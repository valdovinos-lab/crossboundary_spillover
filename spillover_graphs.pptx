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87" r:id="rId3"/>
    <p:sldId id="288" r:id="rId4"/>
    <p:sldId id="262" r:id="rId5"/>
    <p:sldId id="257" r:id="rId6"/>
    <p:sldId id="258" r:id="rId7"/>
    <p:sldId id="259" r:id="rId8"/>
    <p:sldId id="260" r:id="rId9"/>
    <p:sldId id="261" r:id="rId10"/>
    <p:sldId id="290" r:id="rId11"/>
    <p:sldId id="263" r:id="rId12"/>
    <p:sldId id="264" r:id="rId13"/>
    <p:sldId id="265" r:id="rId14"/>
    <p:sldId id="266" r:id="rId15"/>
    <p:sldId id="267" r:id="rId16"/>
    <p:sldId id="289" r:id="rId17"/>
    <p:sldId id="268" r:id="rId18"/>
    <p:sldId id="269" r:id="rId19"/>
    <p:sldId id="270" r:id="rId20"/>
    <p:sldId id="271" r:id="rId21"/>
    <p:sldId id="272" r:id="rId22"/>
    <p:sldId id="291" r:id="rId23"/>
    <p:sldId id="274" r:id="rId24"/>
    <p:sldId id="273" r:id="rId25"/>
    <p:sldId id="275" r:id="rId26"/>
    <p:sldId id="276" r:id="rId27"/>
    <p:sldId id="277" r:id="rId28"/>
    <p:sldId id="278" r:id="rId29"/>
    <p:sldId id="292" r:id="rId30"/>
    <p:sldId id="279" r:id="rId31"/>
    <p:sldId id="280" r:id="rId32"/>
    <p:sldId id="281" r:id="rId33"/>
    <p:sldId id="282" r:id="rId34"/>
    <p:sldId id="283" r:id="rId35"/>
    <p:sldId id="293" r:id="rId36"/>
    <p:sldId id="285" r:id="rId37"/>
    <p:sldId id="295" r:id="rId38"/>
    <p:sldId id="286" r:id="rId39"/>
    <p:sldId id="294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4719"/>
  </p:normalViewPr>
  <p:slideViewPr>
    <p:cSldViewPr snapToGrid="0">
      <p:cViewPr varScale="1">
        <p:scale>
          <a:sx n="82" d="100"/>
          <a:sy n="82" d="100"/>
        </p:scale>
        <p:origin x="184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8E7C31-6125-7F40-ACF6-4DB7A16A6228}" type="datetimeFigureOut">
              <a:rPr lang="en-US" smtClean="0"/>
              <a:t>3/18/25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F5A08A-F384-5042-B5BA-702A7DD382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214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1042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96F1D-0F9D-516E-6507-65E7872D8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29D362-E4F2-7580-1B72-EAA2C5372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60F24-B8C3-89CC-A0CF-F8708844BE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80330-5669-159F-C152-A5EAA78DB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733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19304-C6F7-18AE-3A3B-D229BB4D4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F7FE06-F09F-6430-0AB8-D3DC2CF8F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CFF51F-A1D3-C35D-6D22-29798693B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77BE7-EB2D-5A21-14E9-C5C38FD6EE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62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0691E-6979-0E19-EA0A-F53085304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064FF-4C76-52D4-1DF2-423C49116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E2ED4-AD01-B196-B1BE-7E55A1F1B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AB3CB5-4B9E-1089-4685-12D91E784B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272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EEA16-6A23-557D-3A47-AC5D67A9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1866DB-5A5F-ADA1-6821-27361CA5CB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5CBDC-0BC6-EFBA-46B8-510DFDDA31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FC0DC-E3F9-C54A-F715-7CB9298C8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2663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268C8-59A5-88A2-7F69-45C99E312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6A4388-819F-3891-517F-922F27BB7C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823A3-8517-EA29-B61D-56D81102C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4BF9A-B178-6EED-6F1A-38CB99F5FF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206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5638B-CECD-689F-B0D3-477158462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93988-E828-D84C-A513-8A71EED56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C565F-F4D1-94F7-B711-76869617A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TRFU, 1=full, 2=</a:t>
            </a:r>
            <a:r>
              <a:rPr lang="en-US" dirty="0" err="1"/>
              <a:t>serp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393B9-FF79-18FE-E51D-07B292A08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996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F5A08A-F384-5042-B5BA-702A7DD382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058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FDE57-76F6-FB91-3156-7121E6E8E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4D7C4-08EE-738E-6645-FCC3DF2E37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FC01D6-4033-70A4-0BBB-212A754C6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007B8-ABD1-7C3A-7ADE-1C81384CA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0D8D6B-289F-EBF5-E2FD-A3D986FD4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151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327F2-E06F-193D-AEA9-D7B9C1CC4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AEAA9-BB1D-09A8-D4A2-577AF121C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E25FD-0F80-623F-B56A-25B2BF3D9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F5E9-427D-9A2F-7DEA-1A589DC84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41FAD-6524-1466-57ED-B73A90CCE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82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6F741-7E10-0546-4AFC-0DDF7E60E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B5567-775E-88BB-99D4-0F393F449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E2977-1154-875C-18E6-F1A0519DF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8C517-C07C-F1BE-D13B-721A320F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EC76A-3844-0AF3-7670-05A9B4E27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1149A-0887-5105-747A-A8D5CA7ED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B24FA-B4B2-8BCA-1952-828AC6C286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F92865-CBCE-CCE6-A3EA-BBF8E9EA64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25C68-58C4-AD86-BDCD-84ED22FDC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FF0319-DEBF-F9D2-EC33-54E06F76A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1452B-D3D4-9B35-0BA0-3187C46AB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662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370A2-192F-4E06-738A-AB299495E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B48992-3CAE-414B-7208-857E83997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2C2A2-9CB5-7A6D-6ECC-5AF9F2699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2DD0B0-B22B-0E65-1985-20D91EE469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599063-D06B-4F14-7DB7-A956B717A6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E9729E-2579-FF89-A7ED-D5BC82FC5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0CB4A9-654A-932F-2C9A-6E52AFC59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A64B60-C44C-1E01-A79E-EBFF2F28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9589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0AB75-A713-7245-8660-01125A9B8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00524-973F-DC50-1F87-6DD286248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7C8B01-1FF5-2ED3-8A40-59B526118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2EBDD-F932-120E-A89C-66B15AB2C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988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B4838-2E55-D1AB-A51E-1C07B80D4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901583-D2B5-AF7C-CD93-300405569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8896-5A65-12DD-BFD6-303C515A1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987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35F43-9B03-EC01-C560-B8A41AF8A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B560D-4D1C-C128-BA21-A72B33D87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2FEBBD-B400-0FE2-A7F7-9E52DB776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4A1722-A5E9-20C8-F97E-D517B063E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654CE2-87BF-625F-13A3-300B41D9B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30C6F-9A21-A42C-2111-E18AD89F7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383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FCBD-49C1-67A5-9D87-EEA5DAED6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3A9F8A-E8AB-756F-4D2D-0F5BDA0BE1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04AE-2777-9D3E-D0E7-FBFF356410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9E52E0-C66B-317D-3B8D-DE3669613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51507-A8E2-1F2E-7667-79DF0FFD2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E11568-CFAA-F6AD-F6D6-E54B5D329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36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BD18-9387-90AD-FEE6-8028BA8F9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BCD5F-2290-2096-812E-2B08F29F4E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E8AE9-F320-944F-1A16-E350BC6C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9109C-B8EC-998B-18AB-2918D91E7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2E698-F424-EEF1-EDB0-E4869D106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09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23ACF7-C055-F673-0D1B-D2B7F52359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7C69D-0AC0-EE35-0F99-81B59F031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60077-9975-C401-7971-0B829AE94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D604-FEEF-BE98-405C-BB87B013A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BF95A9-4346-37DE-9C32-CD6EA9E61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341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C766E-3D00-D149-5852-AA17AF896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2587E-4497-3A1F-D131-F5CE2309F5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5CA05-864D-9323-A188-1C891DE26E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6B9005-44A9-324A-A2F7-BC6DDBEE4AF4}" type="datetimeFigureOut">
              <a:rPr lang="en-US" smtClean="0"/>
              <a:t>3/18/25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AF931-16EE-A2A6-68A4-446DA6FF78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4093A-8136-F660-46BC-409EE3EE92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1DEF4C-755C-D74B-92A7-13E635FB8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64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microsoft.com/office/2007/relationships/hdphoto" Target="../media/hdphoto2.wdp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FDA9-DC62-084E-9FE2-73B2214551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Spillover Simulation Exploration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979068-D019-D40E-85EB-66E3433CC8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Becca and Taran</a:t>
            </a:r>
          </a:p>
          <a:p>
            <a:r>
              <a:rPr lang="en-US" dirty="0"/>
              <a:t>3-17-25</a:t>
            </a:r>
          </a:p>
        </p:txBody>
      </p:sp>
    </p:spTree>
    <p:extLst>
      <p:ext uri="{BB962C8B-B14F-4D97-AF65-F5344CB8AC3E}">
        <p14:creationId xmlns:p14="http://schemas.microsoft.com/office/powerpoint/2010/main" val="3652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hart of multiple rows of dots&#10;&#10;AI-generated content may be incorrect.">
            <a:extLst>
              <a:ext uri="{FF2B5EF4-FFF2-40B4-BE49-F238E27FC236}">
                <a16:creationId xmlns:a16="http://schemas.microsoft.com/office/drawing/2014/main" id="{6EAB0536-DEF6-B4A6-6129-E4D1932C0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41" y="199230"/>
            <a:ext cx="10410663" cy="6459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292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D279979-5CFC-68B7-46AD-982F7A94B0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3758" y="570262"/>
            <a:ext cx="9700621" cy="6018979"/>
          </a:xfrm>
        </p:spPr>
      </p:pic>
    </p:spTree>
    <p:extLst>
      <p:ext uri="{BB962C8B-B14F-4D97-AF65-F5344CB8AC3E}">
        <p14:creationId xmlns:p14="http://schemas.microsoft.com/office/powerpoint/2010/main" val="2504109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83FD1-22B9-87D5-EF17-0D88ADA55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554" y="739880"/>
            <a:ext cx="3958652" cy="1058940"/>
          </a:xfrm>
        </p:spPr>
        <p:txBody>
          <a:bodyPr>
            <a:normAutofit fontScale="90000"/>
          </a:bodyPr>
          <a:lstStyle/>
          <a:p>
            <a:r>
              <a:rPr lang="en-US" i="1" dirty="0"/>
              <a:t>Trifolium fucatum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0A7EC4-C61F-9FA4-D4A3-BA7D19A3F5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148653" y="1417650"/>
            <a:ext cx="3582443" cy="31322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84622DD-8E76-09DF-D822-680880A77062}"/>
              </a:ext>
            </a:extLst>
          </p:cNvPr>
          <p:cNvSpPr txBox="1">
            <a:spLocks/>
          </p:cNvSpPr>
          <p:nvPr/>
        </p:nvSpPr>
        <p:spPr>
          <a:xfrm>
            <a:off x="8084695" y="739880"/>
            <a:ext cx="3958652" cy="10589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i="1" dirty="0"/>
              <a:t>Vicia villosa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11F618-4D61-3F01-7322-E6816DF7879E}"/>
              </a:ext>
            </a:extLst>
          </p:cNvPr>
          <p:cNvSpPr txBox="1">
            <a:spLocks/>
          </p:cNvSpPr>
          <p:nvPr/>
        </p:nvSpPr>
        <p:spPr>
          <a:xfrm>
            <a:off x="4893039" y="739880"/>
            <a:ext cx="2795666" cy="10589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i="1" dirty="0" err="1"/>
              <a:t>Lasthenia</a:t>
            </a:r>
            <a:r>
              <a:rPr lang="en-US" i="1" dirty="0"/>
              <a:t> californica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7CB9CB-A8F2-317A-7A26-F374847FC7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8084695" y="1138094"/>
            <a:ext cx="3303983" cy="41087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65C698-902F-3A48-9D31-CF4C47EF459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4665209" y="2436589"/>
            <a:ext cx="2410148" cy="233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159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3CF09E8-DE89-E3FA-C390-ED2C4952394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7" name="Picture 6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81065854-3435-2FDF-FDD3-B517719057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8909" y="311150"/>
            <a:ext cx="75692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87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B9F26-E097-D705-6459-2CDDDE73F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CB1664B-EB46-F2D3-C51E-66806F9EACE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4" name="Picture 3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E7729B06-D113-FB54-CAFE-B56D081351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8909" y="311150"/>
            <a:ext cx="75692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317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BBB5-C1AE-70AA-82A7-82CC33654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7AFBAB-A17B-FCBB-2D2F-BFA5E99795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74A1A923-08EA-5E53-B8BD-BCC9573A61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8823" y="615738"/>
            <a:ext cx="8800660" cy="5460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209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D9024-0D4F-D661-FB19-564DA42F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02A83FB-61BD-519A-F528-EFD9E1C842D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C5B2EA11-6DD4-76A2-669A-AC34B9DE97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1331" y="702738"/>
            <a:ext cx="8858691" cy="549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661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72EDC-C22C-E1ED-8A28-EE6D63BD7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52C261-2AE7-83D9-A915-8D36EF023FC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2" name="Picture 1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6EAF73E6-3B65-6D02-7250-88DF29793E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8909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860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E8C8-CCFC-A7B4-4AD6-FD9FCAC7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C63CEB5-3D14-7AC5-84AD-510FDB0DEB5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4340" l="9902" r="89976">
                        <a14:foregroundMark x1="45477" y1="64151" x2="53423" y2="58679"/>
                        <a14:foregroundMark x1="43032" y1="65283" x2="56357" y2="61321"/>
                        <a14:foregroundMark x1="47922" y1="61698" x2="47922" y2="70566"/>
                        <a14:foregroundMark x1="48411" y1="69057" x2="47922" y2="76226"/>
                        <a14:foregroundMark x1="48166" y1="73962" x2="48411" y2="88491"/>
                        <a14:foregroundMark x1="48411" y1="88491" x2="49878" y2="94340"/>
                      </a14:backgroundRemoval>
                    </a14:imgEffect>
                  </a14:imgLayer>
                </a14:imgProps>
              </a:ext>
            </a:extLst>
          </a:blip>
          <a:srcRect l="16916" r="8979"/>
          <a:stretch/>
        </p:blipFill>
        <p:spPr>
          <a:xfrm>
            <a:off x="-483534" y="1547890"/>
            <a:ext cx="3582443" cy="3132266"/>
          </a:xfrm>
          <a:prstGeom prst="rect">
            <a:avLst/>
          </a:prstGeom>
        </p:spPr>
      </p:pic>
      <p:pic>
        <p:nvPicPr>
          <p:cNvPr id="4" name="Picture 3" descr="A graph of a graph with red and blue dots&#10;&#10;AI-generated content may be incorrect.">
            <a:extLst>
              <a:ext uri="{FF2B5EF4-FFF2-40B4-BE49-F238E27FC236}">
                <a16:creationId xmlns:a16="http://schemas.microsoft.com/office/drawing/2014/main" id="{B8109751-086E-459D-7B47-97148B8888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7649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949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23862-4B8E-2450-A068-142B3FE92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09A293-F43E-F71C-36B9-29015F4B5F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5" name="Picture 4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7E5FF131-16F4-61F2-D37B-B4866FA8BE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5140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249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F6D8CB5-39E9-E94A-DB26-7E35DA56BF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F7CEA80C-8259-D633-ECB2-7883AC6C98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8072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154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2258E-014C-DA95-7F9F-D664B1F3C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6A583F2-0084-FB3E-1321-52AD4AF800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C8A29B8F-D6BA-B229-DBFE-189F8188A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3662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649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FBF54-500F-2F8B-E9E0-6CA112797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9ED027-1DC9-9366-5F06-3783D8B7FC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C83D6208-D3F7-C31E-E0DB-3052D4AF9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9160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871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5109D-05BA-C6EA-40B7-9DE53726C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7720DB-FE72-497D-5DB7-F4057EA733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  <p:pic>
        <p:nvPicPr>
          <p:cNvPr id="4" name="Picture 3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9708F5EE-39E2-F217-8CAF-F0CC03EBAC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1669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727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BC788837-309E-5DC6-3C6B-8087EF2F3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1151" y="311150"/>
            <a:ext cx="7556500" cy="6235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94C14B-DF54-BFDC-69DB-A8F08DD3C2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9971" b="76215" l="38477" r="57704">
                        <a14:foregroundMark x1="43294" y1="51852" x2="42795" y2="50347"/>
                        <a14:foregroundMark x1="42188" y1="51505" x2="47201" y2="54543"/>
                        <a14:foregroundMark x1="47201" y1="54543" x2="42904" y2="49971"/>
                        <a14:foregroundMark x1="42904" y1="49971" x2="41862" y2="51042"/>
                        <a14:foregroundMark x1="50217" y1="57176" x2="55490" y2="59809"/>
                        <a14:foregroundMark x1="55490" y1="59809" x2="53168" y2="53212"/>
                        <a14:foregroundMark x1="53168" y1="53212" x2="47895" y2="50926"/>
                        <a14:foregroundMark x1="47895" y1="50926" x2="45790" y2="53038"/>
                      </a14:backgroundRemoval>
                    </a14:imgEffect>
                  </a14:imgLayer>
                </a14:imgProps>
              </a:ext>
            </a:extLst>
          </a:blip>
          <a:srcRect l="36076" t="48235" r="39883" b="20634"/>
          <a:stretch/>
        </p:blipFill>
        <p:spPr>
          <a:xfrm>
            <a:off x="527924" y="1911933"/>
            <a:ext cx="2410148" cy="233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490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9A4FE-746D-5987-B326-03E64BD2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EF0370-2ED2-7AC7-DE98-8FFE10C4D91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screenshot of a chart&#10;&#10;AI-generated content may be incorrect.">
            <a:extLst>
              <a:ext uri="{FF2B5EF4-FFF2-40B4-BE49-F238E27FC236}">
                <a16:creationId xmlns:a16="http://schemas.microsoft.com/office/drawing/2014/main" id="{D7849085-DBCC-0EBB-4C6E-3DEB61E800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2150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90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B648B-47CA-0B6F-F930-634752F0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B35399-864A-7284-1031-70D5A4241F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89E0B3D3-40DD-C228-6736-DEA877747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635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463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F34B8-C3B8-9229-ACB1-CF3454955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B7ACBCA-2527-3E9C-D8B0-896D2C0B0B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11C73768-4D8D-C23F-0554-F4F445A4B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1668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7738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FE9F2-7FC9-E333-0BA4-23E0D8E2D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31C9F0-559B-590D-D993-71919FB94F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table of numbers and symbols&#10;&#10;AI-generated content may be incorrect.">
            <a:extLst>
              <a:ext uri="{FF2B5EF4-FFF2-40B4-BE49-F238E27FC236}">
                <a16:creationId xmlns:a16="http://schemas.microsoft.com/office/drawing/2014/main" id="{2E959D8B-CFB5-08B1-863C-7485EE54B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1669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517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B159-06F5-CCEE-6F81-F49D783D0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4728DE5-AC68-E2C0-140E-AA9C04B576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4" name="Picture 3" descr="A chart of numbers and a list of numbers&#10;&#10;AI-generated content may be incorrect.">
            <a:extLst>
              <a:ext uri="{FF2B5EF4-FFF2-40B4-BE49-F238E27FC236}">
                <a16:creationId xmlns:a16="http://schemas.microsoft.com/office/drawing/2014/main" id="{3C14F2B3-A156-B1AC-7EED-66C5E3C91C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58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0913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E568B-2A2C-6264-A79C-DEBD5293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166A7B8-36A8-D0AD-0D5F-7527D45642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703" b="74327" l="41080" r="63767">
                        <a14:foregroundMark x1="43142" y1="58536" x2="44488" y2="64931"/>
                        <a14:foregroundMark x1="44488" y1="64931" x2="44271" y2="58854"/>
                        <a14:foregroundMark x1="44271" y1="58854" x2="43620" y2="58681"/>
                        <a14:foregroundMark x1="46788" y1="65741" x2="46419" y2="65567"/>
                        <a14:foregroundMark x1="46897" y1="65885" x2="47830" y2="65104"/>
                        <a14:foregroundMark x1="45725" y1="63860" x2="45725" y2="63860"/>
                        <a14:foregroundMark x1="46788" y1="66030" x2="46788" y2="66030"/>
                        <a14:foregroundMark x1="46658" y1="66204" x2="47960" y2="65104"/>
                        <a14:foregroundMark x1="46658" y1="65885" x2="48546" y2="65567"/>
                      </a14:backgroundRemoval>
                    </a14:imgEffect>
                  </a14:imgLayer>
                </a14:imgProps>
              </a:ext>
            </a:extLst>
          </a:blip>
          <a:srcRect l="38244" t="32000" r="33397" b="20970"/>
          <a:stretch/>
        </p:blipFill>
        <p:spPr>
          <a:xfrm>
            <a:off x="289992" y="1104641"/>
            <a:ext cx="3303983" cy="4108799"/>
          </a:xfrm>
          <a:prstGeom prst="rect">
            <a:avLst/>
          </a:prstGeom>
        </p:spPr>
      </p:pic>
      <p:pic>
        <p:nvPicPr>
          <p:cNvPr id="5" name="Picture 4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06E13CF6-0C2D-AADE-3762-00430CC281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641" y="311150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1894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555C48-A4B6-0E4E-309C-3D21096C89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1172250" y="1611425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0EC9984-6315-A7A7-F990-A81504AA9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397" y="395106"/>
            <a:ext cx="3958652" cy="1058940"/>
          </a:xfrm>
        </p:spPr>
        <p:txBody>
          <a:bodyPr>
            <a:normAutofit/>
          </a:bodyPr>
          <a:lstStyle/>
          <a:p>
            <a:r>
              <a:rPr lang="en-US" i="1" dirty="0"/>
              <a:t>Helianthus exilis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E30EF9C-474E-C0A9-2960-4790BA932388}"/>
              </a:ext>
            </a:extLst>
          </p:cNvPr>
          <p:cNvSpPr txBox="1">
            <a:spLocks/>
          </p:cNvSpPr>
          <p:nvPr/>
        </p:nvSpPr>
        <p:spPr>
          <a:xfrm>
            <a:off x="5919865" y="395106"/>
            <a:ext cx="4813091" cy="10589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i="1" dirty="0"/>
              <a:t>Centaurea </a:t>
            </a:r>
            <a:r>
              <a:rPr lang="en-US" i="1" dirty="0" err="1"/>
              <a:t>solstitialis</a:t>
            </a:r>
            <a:endParaRPr lang="en-US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7B9966-794B-7173-44AB-C4084604A4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5867" t="17284" r="29467" b="35555"/>
          <a:stretch/>
        </p:blipFill>
        <p:spPr>
          <a:xfrm>
            <a:off x="6543190" y="1517628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1797805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714EE-E952-04C1-1CC6-9A19BD97A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583E1B-A29D-F768-C4B4-E8499682A1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988894" y="1823075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4" name="Picture 3" descr="A chart with numbers and dots&#10;&#10;AI-generated content may be incorrect.">
            <a:extLst>
              <a:ext uri="{FF2B5EF4-FFF2-40B4-BE49-F238E27FC236}">
                <a16:creationId xmlns:a16="http://schemas.microsoft.com/office/drawing/2014/main" id="{CBD7C428-AFE5-F9E5-8D03-2824669EF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1345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7463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D3F3F-248B-5BF9-3A37-748CAD625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35F917-4CF3-DEF3-B98C-21CC7A9E3D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988894" y="1823075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C9F56C9E-A9D5-D502-62C2-3AE151B7D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1345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9541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1424B-3119-E2D2-8487-81D032585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4E36C9-DFEF-D69B-9633-B07EC1F287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479229" y="1823075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chart of numbers and lines&#10;&#10;AI-generated content may be incorrect.">
            <a:extLst>
              <a:ext uri="{FF2B5EF4-FFF2-40B4-BE49-F238E27FC236}">
                <a16:creationId xmlns:a16="http://schemas.microsoft.com/office/drawing/2014/main" id="{3DD5F78C-B50E-6585-AB2F-E0F0A884B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069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5483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8939-0BEA-CF5B-A987-62C579146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166DDC-E9D5-EB9C-C0E3-FCCFF11024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584160" y="1823073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chart&#10;&#10;AI-generated content may be incorrect.">
            <a:extLst>
              <a:ext uri="{FF2B5EF4-FFF2-40B4-BE49-F238E27FC236}">
                <a16:creationId xmlns:a16="http://schemas.microsoft.com/office/drawing/2014/main" id="{E469D9D8-C23F-024E-011D-F3AC5849F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082" y="466133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522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15B81-B531-AB32-6ACA-445ADE1BC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A23E09-7EA2-0061-C5DC-75A6D0CFAD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569170" y="1823074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23D670A9-DBF5-AD24-2E42-9358A7BB6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072" y="311148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2394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16646-553A-5D6A-609C-C5E777036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5E447-1008-1D17-6511-38F6DD347D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555" t="30371" r="33334"/>
          <a:stretch/>
        </p:blipFill>
        <p:spPr>
          <a:xfrm>
            <a:off x="569170" y="1823074"/>
            <a:ext cx="3143513" cy="3211849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4" name="Picture 3" descr="A graph of a graph with numbers and dots&#10;&#10;AI-generated content may be incorrect.">
            <a:extLst>
              <a:ext uri="{FF2B5EF4-FFF2-40B4-BE49-F238E27FC236}">
                <a16:creationId xmlns:a16="http://schemas.microsoft.com/office/drawing/2014/main" id="{A84410C8-A3F6-6A89-375D-005F5E9E9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082" y="311148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1756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4E6C-B1BA-CAFC-A9C2-A3A2997D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E17B1C3-FD9D-958E-E7F0-EB1B3CF75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71AFE2EA-D323-9BB0-46F3-932947E39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120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891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37079-75B8-FDE4-3F14-FBD70B2B1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31B3A9-D6EA-4181-552A-4D240F2663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C20014F0-87EE-18C3-ACCB-AD635A955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624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9915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65C10-DAFD-56EE-F2E0-7CD4065B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4D20AAC-8849-A6E6-4A15-5C9D573C420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84854D21-F725-1A4C-675B-F8C9FB6BC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607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8265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A79BB-54D8-261E-6B2D-09EF4DD6E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1FF217-736F-5737-8C05-6B1A5C8A60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97D70500-7626-94A7-99E7-872DC3FBF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117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3092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DBD25-46B2-014F-3C7F-7CC487511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F06E733-FAAF-ABDC-CD9E-0A4CD6760A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E004A528-30F8-EAFE-FE8E-CF5C4CC81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562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8988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09895-B3C1-9FCB-FE39-1BBC18A87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04EF419-7A59-F67E-342E-17FFCD32096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5867" t="17284" r="29467" b="35555"/>
          <a:stretch/>
        </p:blipFill>
        <p:spPr>
          <a:xfrm>
            <a:off x="831938" y="1693183"/>
            <a:ext cx="2420928" cy="3471633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4" name="Picture 3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C1748DD5-B416-94FE-126D-70856F159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7133" y="311149"/>
            <a:ext cx="75565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735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graph&#10;&#10;AI-generated content may be incorrect.">
            <a:extLst>
              <a:ext uri="{FF2B5EF4-FFF2-40B4-BE49-F238E27FC236}">
                <a16:creationId xmlns:a16="http://schemas.microsoft.com/office/drawing/2014/main" id="{F801B45E-FC39-038E-26A2-70D55032C8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3309" y="207639"/>
            <a:ext cx="10390785" cy="6442721"/>
          </a:xfrm>
        </p:spPr>
      </p:pic>
    </p:spTree>
    <p:extLst>
      <p:ext uri="{BB962C8B-B14F-4D97-AF65-F5344CB8AC3E}">
        <p14:creationId xmlns:p14="http://schemas.microsoft.com/office/powerpoint/2010/main" val="16607827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065C112E-9E69-8EFF-C396-466E4E6DA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36" y="183371"/>
            <a:ext cx="10469066" cy="6491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1783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7FE3183-59A2-11AD-0837-B63186285CE6}"/>
              </a:ext>
            </a:extLst>
          </p:cNvPr>
          <p:cNvSpPr txBox="1"/>
          <p:nvPr/>
        </p:nvSpPr>
        <p:spPr>
          <a:xfrm rot="16200000">
            <a:off x="-719528" y="3363175"/>
            <a:ext cx="2683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Honeybee Abundance</a:t>
            </a:r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DB32F2A7-DBA5-A3CD-5978-230D1D1E0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136" y="666426"/>
            <a:ext cx="9663155" cy="5991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615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D6817-BD7B-1304-3ABA-11D2263C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0E71E-0FE3-04D8-9DEA-F40AFF55F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0111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90</Words>
  <Application>Microsoft Macintosh PowerPoint</Application>
  <PresentationFormat>Widescreen</PresentationFormat>
  <Paragraphs>24</Paragraphs>
  <Slides>39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Aptos Display</vt:lpstr>
      <vt:lpstr>Arial</vt:lpstr>
      <vt:lpstr>Office Theme</vt:lpstr>
      <vt:lpstr>Spillover Simulation Exploration</vt:lpstr>
      <vt:lpstr>PowerPoint Presentation</vt:lpstr>
      <vt:lpstr>PowerPoint Presentation</vt:lpstr>
      <vt:lpstr>Trifolium fucatum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Helianthus exilis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Rebecca Ann Nelson</dc:creator>
  <cp:lastModifiedBy>Rebecca Ann Nelson</cp:lastModifiedBy>
  <cp:revision>28</cp:revision>
  <dcterms:created xsi:type="dcterms:W3CDTF">2025-03-17T21:08:40Z</dcterms:created>
  <dcterms:modified xsi:type="dcterms:W3CDTF">2025-03-18T16:16:38Z</dcterms:modified>
</cp:coreProperties>
</file>