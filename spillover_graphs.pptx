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87" r:id="rId3"/>
    <p:sldId id="288" r:id="rId4"/>
    <p:sldId id="308" r:id="rId5"/>
    <p:sldId id="310" r:id="rId6"/>
    <p:sldId id="311" r:id="rId7"/>
    <p:sldId id="309" r:id="rId8"/>
    <p:sldId id="262" r:id="rId9"/>
    <p:sldId id="257" r:id="rId10"/>
    <p:sldId id="258" r:id="rId11"/>
    <p:sldId id="259" r:id="rId12"/>
    <p:sldId id="260" r:id="rId13"/>
    <p:sldId id="261" r:id="rId14"/>
    <p:sldId id="290" r:id="rId15"/>
    <p:sldId id="294" r:id="rId16"/>
    <p:sldId id="296" r:id="rId17"/>
    <p:sldId id="297" r:id="rId18"/>
    <p:sldId id="298" r:id="rId19"/>
    <p:sldId id="299" r:id="rId20"/>
    <p:sldId id="300" r:id="rId21"/>
    <p:sldId id="263" r:id="rId22"/>
    <p:sldId id="264" r:id="rId23"/>
    <p:sldId id="266" r:id="rId24"/>
    <p:sldId id="265" r:id="rId25"/>
    <p:sldId id="267" r:id="rId26"/>
    <p:sldId id="289" r:id="rId27"/>
    <p:sldId id="268" r:id="rId28"/>
    <p:sldId id="269" r:id="rId29"/>
    <p:sldId id="270" r:id="rId30"/>
    <p:sldId id="271" r:id="rId31"/>
    <p:sldId id="272" r:id="rId32"/>
    <p:sldId id="291" r:id="rId33"/>
    <p:sldId id="301" r:id="rId34"/>
    <p:sldId id="302" r:id="rId35"/>
    <p:sldId id="303" r:id="rId36"/>
    <p:sldId id="304" r:id="rId37"/>
    <p:sldId id="274" r:id="rId38"/>
    <p:sldId id="273" r:id="rId39"/>
    <p:sldId id="275" r:id="rId40"/>
    <p:sldId id="276" r:id="rId41"/>
    <p:sldId id="277" r:id="rId42"/>
    <p:sldId id="278" r:id="rId43"/>
    <p:sldId id="292" r:id="rId44"/>
    <p:sldId id="307" r:id="rId45"/>
    <p:sldId id="279" r:id="rId46"/>
    <p:sldId id="280" r:id="rId47"/>
    <p:sldId id="281" r:id="rId48"/>
    <p:sldId id="282" r:id="rId49"/>
    <p:sldId id="283" r:id="rId50"/>
    <p:sldId id="293" r:id="rId51"/>
    <p:sldId id="305" r:id="rId52"/>
    <p:sldId id="306" r:id="rId53"/>
    <p:sldId id="285" r:id="rId54"/>
    <p:sldId id="295" r:id="rId55"/>
    <p:sldId id="286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719"/>
  </p:normalViewPr>
  <p:slideViewPr>
    <p:cSldViewPr snapToGrid="0">
      <p:cViewPr varScale="1">
        <p:scale>
          <a:sx n="82" d="100"/>
          <a:sy n="82" d="100"/>
        </p:scale>
        <p:origin x="18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8E7C31-6125-7F40-ACF6-4DB7A16A6228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F5A08A-F384-5042-B5BA-702A7DD382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14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104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F1D-0F9D-516E-6507-65E7872D8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9D362-E4F2-7580-1B72-EAA2C5372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60F24-B8C3-89CC-A0CF-F8708844B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0330-5669-159F-C152-A5EAA78DB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33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19304-C6F7-18AE-3A3B-D229BB4D4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7FE06-F09F-6430-0AB8-D3DC2CF8F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F51F-A1D3-C35D-6D22-29798693B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77BE7-EB2D-5A21-14E9-C5C38FD6EE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62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0691E-6979-0E19-EA0A-F5308530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064FF-4C76-52D4-1DF2-423C49116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E2ED4-AD01-B196-B1BE-7E55A1F1B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B3CB5-4B9E-1089-4685-12D91E784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272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EA16-6A23-557D-3A47-AC5D67A9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866DB-5A5F-ADA1-6821-27361CA5CB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CBDC-0BC6-EFBA-46B8-510DFDDA3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FC0DC-E3F9-C54A-F715-7CB9298C8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266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68C8-59A5-88A2-7F69-45C99E312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6A4388-819F-3891-517F-922F27BB7C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823A3-8517-EA29-B61D-56D81102C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4BF9A-B178-6EED-6F1A-38CB99F5F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20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638B-CECD-689F-B0D3-477158462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93988-E828-D84C-A513-8A71EED56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C565F-F4D1-94F7-B711-76869617A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393B9-FF79-18FE-E51D-07B292A08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96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058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FDE57-76F6-FB91-3156-7121E6E8E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4D7C4-08EE-738E-6645-FCC3DF2E3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FC01D6-4033-70A4-0BBB-212A754C6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007B8-ABD1-7C3A-7ADE-1C81384C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D8D6B-289F-EBF5-E2FD-A3D986FD4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151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327F2-E06F-193D-AEA9-D7B9C1CC4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AEAA9-BB1D-09A8-D4A2-577AF121C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E25FD-0F80-623F-B56A-25B2BF3D9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F5E9-427D-9A2F-7DEA-1A589DC84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41FAD-6524-1466-57ED-B73A90CCE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82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6F741-7E10-0546-4AFC-0DDF7E60E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B5567-775E-88BB-99D4-0F393F449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E2977-1154-875C-18E6-F1A0519DF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8C517-C07C-F1BE-D13B-721A320F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EC76A-3844-0AF3-7670-05A9B4E27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149A-0887-5105-747A-A8D5CA7ED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B24FA-B4B2-8BCA-1952-828AC6C28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92865-CBCE-CCE6-A3EA-BBF8E9EA6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25C68-58C4-AD86-BDCD-84ED22FDC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F0319-DEBF-F9D2-EC33-54E06F76A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1452B-D3D4-9B35-0BA0-3187C46AB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662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370A2-192F-4E06-738A-AB299495E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48992-3CAE-414B-7208-857E83997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2C2A2-9CB5-7A6D-6ECC-5AF9F2699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DD0B0-B22B-0E65-1985-20D91EE469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99063-D06B-4F14-7DB7-A956B717A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E9729E-2579-FF89-A7ED-D5BC82FC5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0CB4A9-654A-932F-2C9A-6E52AFC59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A64B60-C44C-1E01-A79E-EBFF2F28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58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0AB75-A713-7245-8660-01125A9B8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00524-973F-DC50-1F87-6DD286248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C8B01-1FF5-2ED3-8A40-59B526118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2EBDD-F932-120E-A89C-66B15AB2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88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B4838-2E55-D1AB-A51E-1C07B80D4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901583-D2B5-AF7C-CD93-300405569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8896-5A65-12DD-BFD6-303C515A1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987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35F43-9B03-EC01-C560-B8A41AF8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B560D-4D1C-C128-BA21-A72B33D8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2FEBBD-B400-0FE2-A7F7-9E52DB776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4A1722-A5E9-20C8-F97E-D517B063E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54CE2-87BF-625F-13A3-300B41D9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30C6F-9A21-A42C-2111-E18AD89F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83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FCBD-49C1-67A5-9D87-EEA5DAED6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3A9F8A-E8AB-756F-4D2D-0F5BDA0BE1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04AE-2777-9D3E-D0E7-FBFF356410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E52E0-C66B-317D-3B8D-DE3669613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51507-A8E2-1F2E-7667-79DF0FFD2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11568-CFAA-F6AD-F6D6-E54B5D329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36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BD18-9387-90AD-FEE6-8028BA8F9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BCD5F-2290-2096-812E-2B08F29F4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E8AE9-F320-944F-1A16-E350BC6C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9109C-B8EC-998B-18AB-2918D91E7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2E698-F424-EEF1-EDB0-E4869D10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09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23ACF7-C055-F673-0D1B-D2B7F5235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7C69D-0AC0-EE35-0F99-81B59F031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60077-9975-C401-7971-0B829AE94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D604-FEEF-BE98-405C-BB87B013A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F95A9-4346-37DE-9C32-CD6EA9E61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41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C766E-3D00-D149-5852-AA17AF896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2587E-4497-3A1F-D131-F5CE2309F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5CA05-864D-9323-A188-1C891DE26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AF931-16EE-A2A6-68A4-446DA6FF7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4093A-8136-F660-46BC-409EE3EE9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64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hdphoto" Target="../media/hdphoto2.wdp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microsoft.com/office/2007/relationships/hdphoto" Target="../media/hdphoto3.wdp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microsoft.com/office/2007/relationships/hdphoto" Target="../media/hdphoto2.wdp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microsoft.com/office/2007/relationships/hdphoto" Target="../media/hdphoto2.wdp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FDA9-DC62-084E-9FE2-73B2214551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Spillover Simulation Exploration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979068-D019-D40E-85EB-66E3433CC8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Becca and Taran</a:t>
            </a:r>
          </a:p>
          <a:p>
            <a:r>
              <a:rPr lang="en-US" dirty="0"/>
              <a:t>3-17-25</a:t>
            </a:r>
          </a:p>
        </p:txBody>
      </p:sp>
    </p:spTree>
    <p:extLst>
      <p:ext uri="{BB962C8B-B14F-4D97-AF65-F5344CB8AC3E}">
        <p14:creationId xmlns:p14="http://schemas.microsoft.com/office/powerpoint/2010/main" val="3652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hart of multiple rows of dots&#10;&#10;AI-generated content may be incorrect.">
            <a:extLst>
              <a:ext uri="{FF2B5EF4-FFF2-40B4-BE49-F238E27FC236}">
                <a16:creationId xmlns:a16="http://schemas.microsoft.com/office/drawing/2014/main" id="{6EAB0536-DEF6-B4A6-6129-E4D1932C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41" y="199230"/>
            <a:ext cx="10410663" cy="6459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292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D279979-5CFC-68B7-46AD-982F7A94B0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3758" y="570262"/>
            <a:ext cx="9700621" cy="6018979"/>
          </a:xfrm>
        </p:spPr>
      </p:pic>
    </p:spTree>
    <p:extLst>
      <p:ext uri="{BB962C8B-B14F-4D97-AF65-F5344CB8AC3E}">
        <p14:creationId xmlns:p14="http://schemas.microsoft.com/office/powerpoint/2010/main" val="2504109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9518BD64-E1F5-8E6E-477F-46E599E03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12" y="1766806"/>
            <a:ext cx="3810000" cy="3143250"/>
          </a:xfrm>
          <a:prstGeom prst="rect">
            <a:avLst/>
          </a:prstGeom>
        </p:spPr>
      </p:pic>
      <p:pic>
        <p:nvPicPr>
          <p:cNvPr id="7" name="Picture 6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B857D88F-7E5E-B61B-A1D2-3D07CE001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687" y="2071539"/>
            <a:ext cx="3440626" cy="2838517"/>
          </a:xfrm>
          <a:prstGeom prst="rect">
            <a:avLst/>
          </a:prstGeom>
        </p:spPr>
      </p:pic>
      <p:pic>
        <p:nvPicPr>
          <p:cNvPr id="9" name="Picture 8" descr="A graph of a number of dots&#10;&#10;AI-generated content may be incorrect.">
            <a:extLst>
              <a:ext uri="{FF2B5EF4-FFF2-40B4-BE49-F238E27FC236}">
                <a16:creationId xmlns:a16="http://schemas.microsoft.com/office/drawing/2014/main" id="{9EDFF792-0F45-745E-B00C-FCCA32327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6313" y="1919171"/>
            <a:ext cx="3810001" cy="3143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22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550FA-0170-D862-B081-0A50E3D02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dots&#10;&#10;AI-generated content may be incorrect.">
            <a:extLst>
              <a:ext uri="{FF2B5EF4-FFF2-40B4-BE49-F238E27FC236}">
                <a16:creationId xmlns:a16="http://schemas.microsoft.com/office/drawing/2014/main" id="{5FD674D0-250E-F5F3-845A-103641DB6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05" y="2044518"/>
            <a:ext cx="4466095" cy="3684528"/>
          </a:xfrm>
          <a:prstGeom prst="rect">
            <a:avLst/>
          </a:prstGeom>
        </p:spPr>
      </p:pic>
      <p:pic>
        <p:nvPicPr>
          <p:cNvPr id="6" name="Picture 5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7766C983-5871-24E5-EA7D-FEAACAEC4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411" y="2194173"/>
            <a:ext cx="4103295" cy="3385218"/>
          </a:xfrm>
          <a:prstGeom prst="rect">
            <a:avLst/>
          </a:prstGeom>
        </p:spPr>
      </p:pic>
      <p:pic>
        <p:nvPicPr>
          <p:cNvPr id="10" name="Picture 9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54164ACE-E3CE-8170-8D96-B089CF654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0186"/>
            <a:ext cx="4103296" cy="3385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335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E077CF79-D46B-B75D-A62F-AF6CD4D162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673" y="1535704"/>
            <a:ext cx="4056075" cy="3346262"/>
          </a:xfrm>
        </p:spPr>
      </p:pic>
      <p:pic>
        <p:nvPicPr>
          <p:cNvPr id="7" name="Picture 6" descr="A screen shot of a graph&#10;&#10;AI-generated content may be incorrect.">
            <a:extLst>
              <a:ext uri="{FF2B5EF4-FFF2-40B4-BE49-F238E27FC236}">
                <a16:creationId xmlns:a16="http://schemas.microsoft.com/office/drawing/2014/main" id="{0D2E3BD4-96B0-AD03-CB19-B0A7E48D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140" y="1535705"/>
            <a:ext cx="4281505" cy="3532242"/>
          </a:xfrm>
          <a:prstGeom prst="rect">
            <a:avLst/>
          </a:prstGeom>
        </p:spPr>
      </p:pic>
      <p:pic>
        <p:nvPicPr>
          <p:cNvPr id="9" name="Picture 8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00C2E31B-0222-C8C0-9F04-2021D21AA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8237" y="1738716"/>
            <a:ext cx="3810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381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720058DE-CE1C-DADD-2561-ACA4F2B2A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1571" y="244797"/>
            <a:ext cx="7870436" cy="6493110"/>
          </a:xfrm>
        </p:spPr>
      </p:pic>
    </p:spTree>
    <p:extLst>
      <p:ext uri="{BB962C8B-B14F-4D97-AF65-F5344CB8AC3E}">
        <p14:creationId xmlns:p14="http://schemas.microsoft.com/office/powerpoint/2010/main" val="2821791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83FD1-22B9-87D5-EF17-0D88ADA5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54" y="739880"/>
            <a:ext cx="3958652" cy="1058940"/>
          </a:xfrm>
        </p:spPr>
        <p:txBody>
          <a:bodyPr>
            <a:normAutofit fontScale="90000"/>
          </a:bodyPr>
          <a:lstStyle/>
          <a:p>
            <a:r>
              <a:rPr lang="en-US" i="1" dirty="0"/>
              <a:t>Trifolium fucatum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0A7EC4-C61F-9FA4-D4A3-BA7D19A3F5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148653" y="1417650"/>
            <a:ext cx="3582443" cy="31322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84622DD-8E76-09DF-D822-680880A77062}"/>
              </a:ext>
            </a:extLst>
          </p:cNvPr>
          <p:cNvSpPr txBox="1">
            <a:spLocks/>
          </p:cNvSpPr>
          <p:nvPr/>
        </p:nvSpPr>
        <p:spPr>
          <a:xfrm>
            <a:off x="8084695" y="739880"/>
            <a:ext cx="3958652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Vicia villosa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11F618-4D61-3F01-7322-E6816DF7879E}"/>
              </a:ext>
            </a:extLst>
          </p:cNvPr>
          <p:cNvSpPr txBox="1">
            <a:spLocks/>
          </p:cNvSpPr>
          <p:nvPr/>
        </p:nvSpPr>
        <p:spPr>
          <a:xfrm>
            <a:off x="4893039" y="739880"/>
            <a:ext cx="2795666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 err="1"/>
              <a:t>Lasthenia</a:t>
            </a:r>
            <a:r>
              <a:rPr lang="en-US" i="1" dirty="0"/>
              <a:t> californica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7CB9CB-A8F2-317A-7A26-F374847FC7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8084695" y="1138094"/>
            <a:ext cx="3303983" cy="41087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65C698-902F-3A48-9D31-CF4C47EF45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4665209" y="2436589"/>
            <a:ext cx="2410148" cy="233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59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3CF09E8-DE89-E3FA-C390-ED2C4952394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7" name="Picture 6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81065854-3435-2FDF-FDD3-B517719057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692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8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B9F26-E097-D705-6459-2CDDDE73F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B1664B-EB46-F2D3-C51E-66806F9EAC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E7729B06-D113-FB54-CAFE-B56D081351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692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317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BBB5-C1AE-70AA-82A7-82CC33654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7AFBAB-A17B-FCBB-2D2F-BFA5E99795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74A1A923-08EA-5E53-B8BD-BCC9573A6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8823" y="615738"/>
            <a:ext cx="8800660" cy="546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209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D9024-0D4F-D661-FB19-564DA42F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02A83FB-61BD-519A-F528-EFD9E1C842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C5B2EA11-6DD4-76A2-669A-AC34B9DE9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1331" y="702738"/>
            <a:ext cx="8858691" cy="549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661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72EDC-C22C-E1ED-8A28-EE6D63BD7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52C261-2AE7-83D9-A915-8D36EF023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2" name="Picture 1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6EAF73E6-3B65-6D02-7250-88DF29793E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860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E8C8-CCFC-A7B4-4AD6-FD9FCAC7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63CEB5-3D14-7AC5-84AD-510FDB0DEB5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graph of a graph with red and blue dots&#10;&#10;AI-generated content may be incorrect.">
            <a:extLst>
              <a:ext uri="{FF2B5EF4-FFF2-40B4-BE49-F238E27FC236}">
                <a16:creationId xmlns:a16="http://schemas.microsoft.com/office/drawing/2014/main" id="{B8109751-086E-459D-7B47-97148B8888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64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49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a graph with red and blue dots&#10;&#10;AI-generated content may be incorrect.">
            <a:extLst>
              <a:ext uri="{FF2B5EF4-FFF2-40B4-BE49-F238E27FC236}">
                <a16:creationId xmlns:a16="http://schemas.microsoft.com/office/drawing/2014/main" id="{4D6F0D21-F0B3-4FAB-090B-8E265506E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459" y="285750"/>
            <a:ext cx="7620000" cy="6286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F6E4D08-CDAA-FFD3-29D4-124D4A963279}"/>
              </a:ext>
            </a:extLst>
          </p:cNvPr>
          <p:cNvSpPr txBox="1"/>
          <p:nvPr/>
        </p:nvSpPr>
        <p:spPr>
          <a:xfrm>
            <a:off x="5935851" y="6488668"/>
            <a:ext cx="1503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on TRFU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4C9ABC-B365-8D01-9D3B-C8073B09153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706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94E4AB-638E-02F6-1785-7EE20FB884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184570" y="5191932"/>
            <a:ext cx="1797795" cy="15718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AF7A9E-D8EB-2134-6331-79B43AEF9F4A}"/>
              </a:ext>
            </a:extLst>
          </p:cNvPr>
          <p:cNvSpPr txBox="1"/>
          <p:nvPr/>
        </p:nvSpPr>
        <p:spPr>
          <a:xfrm>
            <a:off x="8245099" y="5667258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TRFU</a:t>
            </a:r>
          </a:p>
        </p:txBody>
      </p:sp>
      <p:pic>
        <p:nvPicPr>
          <p:cNvPr id="7" name="Picture 6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A30FC222-30B1-D37A-8B40-650D524D1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045" y="611214"/>
            <a:ext cx="5552385" cy="4580718"/>
          </a:xfrm>
          <a:prstGeom prst="rect">
            <a:avLst/>
          </a:prstGeom>
        </p:spPr>
      </p:pic>
      <p:pic>
        <p:nvPicPr>
          <p:cNvPr id="9" name="Picture 8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4785F1CD-A14B-838A-FE1F-F3E7F2CEC1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403" y="611214"/>
            <a:ext cx="5326553" cy="4394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519CC7-386A-E6C6-A972-2797C9170654}"/>
              </a:ext>
            </a:extLst>
          </p:cNvPr>
          <p:cNvSpPr txBox="1"/>
          <p:nvPr/>
        </p:nvSpPr>
        <p:spPr>
          <a:xfrm>
            <a:off x="2306665" y="5482592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TRFU</a:t>
            </a:r>
          </a:p>
        </p:txBody>
      </p:sp>
    </p:spTree>
    <p:extLst>
      <p:ext uri="{BB962C8B-B14F-4D97-AF65-F5344CB8AC3E}">
        <p14:creationId xmlns:p14="http://schemas.microsoft.com/office/powerpoint/2010/main" val="3285414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85E38-9EF4-1BA1-445A-8261ECEA6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AADFC9-2F76-C1DB-FF1F-1E19AECB63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162721" y="5065984"/>
            <a:ext cx="1797795" cy="15718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87B3EC-CDA7-FB44-0ECD-A43808F22BD5}"/>
              </a:ext>
            </a:extLst>
          </p:cNvPr>
          <p:cNvSpPr txBox="1"/>
          <p:nvPr/>
        </p:nvSpPr>
        <p:spPr>
          <a:xfrm>
            <a:off x="8245099" y="5667258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VIVI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AFC7F2-E94A-A829-F86C-C14FCFE2BA8A}"/>
              </a:ext>
            </a:extLst>
          </p:cNvPr>
          <p:cNvSpPr txBox="1"/>
          <p:nvPr/>
        </p:nvSpPr>
        <p:spPr>
          <a:xfrm>
            <a:off x="2306665" y="5482592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VIVI</a:t>
            </a:r>
          </a:p>
        </p:txBody>
      </p:sp>
      <p:pic>
        <p:nvPicPr>
          <p:cNvPr id="3" name="Picture 2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E94C705E-C455-B23A-3FEA-2A48F4C16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05" y="285750"/>
            <a:ext cx="5946887" cy="4906182"/>
          </a:xfrm>
          <a:prstGeom prst="rect">
            <a:avLst/>
          </a:prstGeom>
        </p:spPr>
      </p:pic>
      <p:pic>
        <p:nvPicPr>
          <p:cNvPr id="8" name="Picture 7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42D2FB55-7EEA-D6E1-85AC-475B6B370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113" y="431080"/>
            <a:ext cx="5946887" cy="490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8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graph with red and blue dots&#10;&#10;AI-generated content may be incorrect.">
            <a:extLst>
              <a:ext uri="{FF2B5EF4-FFF2-40B4-BE49-F238E27FC236}">
                <a16:creationId xmlns:a16="http://schemas.microsoft.com/office/drawing/2014/main" id="{593DD301-C538-E81B-567D-0DBE5B7B21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1671" y="714646"/>
            <a:ext cx="5274349" cy="4351338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89176C-EEC1-5D7B-977A-A458704AA3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162721" y="5065984"/>
            <a:ext cx="1797795" cy="15718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0B1C07-1D0C-7D29-1A0F-921A89F4D8E2}"/>
              </a:ext>
            </a:extLst>
          </p:cNvPr>
          <p:cNvSpPr txBox="1"/>
          <p:nvPr/>
        </p:nvSpPr>
        <p:spPr>
          <a:xfrm>
            <a:off x="2220011" y="5065984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VIVI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3D799A-55F5-7F0C-6939-30EE2622ADD9}"/>
              </a:ext>
            </a:extLst>
          </p:cNvPr>
          <p:cNvSpPr txBox="1"/>
          <p:nvPr/>
        </p:nvSpPr>
        <p:spPr>
          <a:xfrm>
            <a:off x="7717904" y="5092392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VIVI</a:t>
            </a:r>
          </a:p>
        </p:txBody>
      </p:sp>
      <p:pic>
        <p:nvPicPr>
          <p:cNvPr id="10" name="Picture 9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692F16CC-90B1-E6E9-D2D0-6256A52B5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563" y="714646"/>
            <a:ext cx="52743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70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D9CC318F-08F2-1891-CED5-D0D7A911F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098" y="1536149"/>
            <a:ext cx="4114797" cy="33947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4F424F-22A2-130A-5E78-EAF27E4E01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0" y="2896221"/>
            <a:ext cx="1797795" cy="15718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4535D4-7809-95B7-324C-331BA42D4AD5}"/>
              </a:ext>
            </a:extLst>
          </p:cNvPr>
          <p:cNvSpPr txBox="1"/>
          <p:nvPr/>
        </p:nvSpPr>
        <p:spPr>
          <a:xfrm>
            <a:off x="2142519" y="5678052"/>
            <a:ext cx="3037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TRFU betweenness centrality</a:t>
            </a:r>
          </a:p>
        </p:txBody>
      </p:sp>
      <p:pic>
        <p:nvPicPr>
          <p:cNvPr id="8" name="Picture 7" descr="A diagram with dots and numbers&#10;&#10;AI-generated content may be incorrect.">
            <a:extLst>
              <a:ext uri="{FF2B5EF4-FFF2-40B4-BE49-F238E27FC236}">
                <a16:creationId xmlns:a16="http://schemas.microsoft.com/office/drawing/2014/main" id="{4D4D6180-7E39-EF0B-3B4E-A86C66A52C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77" y="1444038"/>
            <a:ext cx="3343791" cy="27586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F15AE8-4177-3D2A-5637-14822CB3F758}"/>
              </a:ext>
            </a:extLst>
          </p:cNvPr>
          <p:cNvSpPr txBox="1"/>
          <p:nvPr/>
        </p:nvSpPr>
        <p:spPr>
          <a:xfrm>
            <a:off x="8385077" y="4746190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betweenness centrality</a:t>
            </a:r>
          </a:p>
        </p:txBody>
      </p:sp>
      <p:pic>
        <p:nvPicPr>
          <p:cNvPr id="11" name="Picture 10" descr="A graph with dots and numbers&#10;&#10;AI-generated content may be incorrect.">
            <a:extLst>
              <a:ext uri="{FF2B5EF4-FFF2-40B4-BE49-F238E27FC236}">
                <a16:creationId xmlns:a16="http://schemas.microsoft.com/office/drawing/2014/main" id="{9D07E31E-6996-014B-E83F-8649E4E87A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107" y="1536149"/>
            <a:ext cx="3810000" cy="3143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9E824AB-90C5-B862-E581-489E5FE0440F}"/>
              </a:ext>
            </a:extLst>
          </p:cNvPr>
          <p:cNvSpPr txBox="1"/>
          <p:nvPr/>
        </p:nvSpPr>
        <p:spPr>
          <a:xfrm>
            <a:off x="5347409" y="4976466"/>
            <a:ext cx="30376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betweenness centrality</a:t>
            </a:r>
          </a:p>
        </p:txBody>
      </p:sp>
    </p:spTree>
    <p:extLst>
      <p:ext uri="{BB962C8B-B14F-4D97-AF65-F5344CB8AC3E}">
        <p14:creationId xmlns:p14="http://schemas.microsoft.com/office/powerpoint/2010/main" val="15443799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5A1345-DA4C-1B9C-8FF6-C3E5C6ED7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0" y="2896221"/>
            <a:ext cx="1797795" cy="1571880"/>
          </a:xfrm>
          <a:prstGeom prst="rect">
            <a:avLst/>
          </a:prstGeom>
        </p:spPr>
      </p:pic>
      <p:pic>
        <p:nvPicPr>
          <p:cNvPr id="6" name="Picture 5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12AF397C-814E-1D93-B88C-99A3369F3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4552" y="1726310"/>
            <a:ext cx="4923059" cy="4061523"/>
          </a:xfrm>
          <a:prstGeom prst="rect">
            <a:avLst/>
          </a:prstGeom>
        </p:spPr>
      </p:pic>
      <p:pic>
        <p:nvPicPr>
          <p:cNvPr id="8" name="Picture 7" descr="A diagram of a graph&#10;&#10;AI-generated content may be incorrect.">
            <a:extLst>
              <a:ext uri="{FF2B5EF4-FFF2-40B4-BE49-F238E27FC236}">
                <a16:creationId xmlns:a16="http://schemas.microsoft.com/office/drawing/2014/main" id="{3292B08F-42F1-142A-7E6A-8CDFDD5A9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540" y="1726310"/>
            <a:ext cx="5398460" cy="445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872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23862-4B8E-2450-A068-142B3FE92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09A293-F43E-F71C-36B9-29015F4B5F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5" name="Picture 4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7E5FF131-16F4-61F2-D37B-B4866FA8BE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514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4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F6D8CB5-39E9-E94A-DB26-7E35DA56BF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F7CEA80C-8259-D633-ECB2-7883AC6C9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072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1540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FBF54-500F-2F8B-E9E0-6CA112797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9ED027-1DC9-9366-5F06-3783D8B7FC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C83D6208-D3F7-C31E-E0DB-3052D4AF9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916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871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2258E-014C-DA95-7F9F-D664B1F3C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6A583F2-0084-FB3E-1321-52AD4AF800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C8A29B8F-D6BA-B229-DBFE-189F8188A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3662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495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5109D-05BA-C6EA-40B7-9DE53726C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7720DB-FE72-497D-5DB7-F4057EA733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9708F5EE-39E2-F217-8CAF-F0CC03EBA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7273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BC788837-309E-5DC6-3C6B-8087EF2F3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151" y="311150"/>
            <a:ext cx="7556500" cy="623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94C14B-DF54-BFDC-69DB-A8F08DD3C2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4907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9A4FE-746D-5987-B326-03E64BD2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EF0370-2ED2-7AC7-DE98-8FFE10C4D91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chart&#10;&#10;AI-generated content may be incorrect.">
            <a:extLst>
              <a:ext uri="{FF2B5EF4-FFF2-40B4-BE49-F238E27FC236}">
                <a16:creationId xmlns:a16="http://schemas.microsoft.com/office/drawing/2014/main" id="{D7849085-DBCC-0EBB-4C6E-3DEB61E80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215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09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648B-47CA-0B6F-F930-634752F0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B35399-864A-7284-1031-70D5A4241F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9E0B3D3-40DD-C228-6736-DEA877747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635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4632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34B8-C3B8-9229-ACB1-CF345495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B7ACBCA-2527-3E9C-D8B0-896D2C0B0B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11C73768-4D8D-C23F-0554-F4F445A4B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8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7738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FE9F2-7FC9-E333-0BA4-23E0D8E2D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1C9F0-559B-590D-D993-71919FB94F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table of numbers and symbols&#10;&#10;AI-generated content may be incorrect.">
            <a:extLst>
              <a:ext uri="{FF2B5EF4-FFF2-40B4-BE49-F238E27FC236}">
                <a16:creationId xmlns:a16="http://schemas.microsoft.com/office/drawing/2014/main" id="{2E959D8B-CFB5-08B1-863C-7485EE54B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51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B159-06F5-CCEE-6F81-F49D783D0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728DE5-AC68-E2C0-140E-AA9C04B57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4" name="Picture 3" descr="A chart of numbers and a list of numbers&#10;&#10;AI-generated content may be incorrect.">
            <a:extLst>
              <a:ext uri="{FF2B5EF4-FFF2-40B4-BE49-F238E27FC236}">
                <a16:creationId xmlns:a16="http://schemas.microsoft.com/office/drawing/2014/main" id="{3C14F2B3-A156-B1AC-7EED-66C5E3C91C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58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091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E568B-2A2C-6264-A79C-DEBD5293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66A7B8-36A8-D0AD-0D5F-7527D45642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06E13CF6-0C2D-AADE-3762-00430CC28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641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1894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86B7F5-D0DF-5E81-8E1A-BADF28EC03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2227371" cy="2769935"/>
          </a:xfrm>
          <a:prstGeom prst="rect">
            <a:avLst/>
          </a:prstGeom>
        </p:spPr>
      </p:pic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05FE1A7A-C334-6BDC-EDFE-A3974934B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2662" y="909170"/>
            <a:ext cx="4721582" cy="3895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AF0F26-6605-13CC-FCA9-FA3F246FF7C5}"/>
              </a:ext>
            </a:extLst>
          </p:cNvPr>
          <p:cNvSpPr txBox="1"/>
          <p:nvPr/>
        </p:nvSpPr>
        <p:spPr>
          <a:xfrm>
            <a:off x="3552167" y="5275433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on TRFU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28E4E-221E-EEE5-DFE9-14BFE9DFEAFF}"/>
              </a:ext>
            </a:extLst>
          </p:cNvPr>
          <p:cNvSpPr txBox="1"/>
          <p:nvPr/>
        </p:nvSpPr>
        <p:spPr>
          <a:xfrm>
            <a:off x="8726018" y="5275433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TRFU on VIVI</a:t>
            </a:r>
          </a:p>
        </p:txBody>
      </p:sp>
      <p:pic>
        <p:nvPicPr>
          <p:cNvPr id="10" name="Picture 9" descr="A screen shot of a graph&#10;&#10;AI-generated content may be incorrect.">
            <a:extLst>
              <a:ext uri="{FF2B5EF4-FFF2-40B4-BE49-F238E27FC236}">
                <a16:creationId xmlns:a16="http://schemas.microsoft.com/office/drawing/2014/main" id="{5269A5A8-57FB-A366-0E92-F3A50FE19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1355" y="909170"/>
            <a:ext cx="4890653" cy="403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4576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6C0B419C-8D78-05B5-FC20-ACAF8FE3BB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5629" y="932526"/>
            <a:ext cx="4756664" cy="3924248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164343-ABBF-8252-718A-74E226DEDA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2"/>
            <a:ext cx="2077821" cy="25839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B466A59-93D8-ADCB-4B32-D7D263DA683D}"/>
              </a:ext>
            </a:extLst>
          </p:cNvPr>
          <p:cNvSpPr txBox="1"/>
          <p:nvPr/>
        </p:nvSpPr>
        <p:spPr>
          <a:xfrm>
            <a:off x="3275309" y="5340053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TRFU nested contribution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3D668E-0981-5F29-3C51-5DCAFB117582}"/>
              </a:ext>
            </a:extLst>
          </p:cNvPr>
          <p:cNvSpPr txBox="1"/>
          <p:nvPr/>
        </p:nvSpPr>
        <p:spPr>
          <a:xfrm>
            <a:off x="8170191" y="5381975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nested contribution</a:t>
            </a:r>
          </a:p>
        </p:txBody>
      </p:sp>
      <p:pic>
        <p:nvPicPr>
          <p:cNvPr id="16" name="Picture 15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C2CFEE39-1447-D2E8-25B9-14A9AE96CC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3721" y="1180246"/>
            <a:ext cx="4756664" cy="392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355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60D30-5153-1D69-13A7-026AF66BF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FEA260A-577D-1AC8-572A-CF619F972C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2"/>
            <a:ext cx="2077821" cy="25839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93C808-EA3B-9FF3-D200-EB21F4F18CAE}"/>
              </a:ext>
            </a:extLst>
          </p:cNvPr>
          <p:cNvSpPr txBox="1"/>
          <p:nvPr/>
        </p:nvSpPr>
        <p:spPr>
          <a:xfrm>
            <a:off x="3009255" y="4793039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nested contribution</a:t>
            </a:r>
          </a:p>
        </p:txBody>
      </p:sp>
      <p:pic>
        <p:nvPicPr>
          <p:cNvPr id="10" name="Picture 9" descr="A diagram of a graph&#10;&#10;AI-generated content may be incorrect.">
            <a:extLst>
              <a:ext uri="{FF2B5EF4-FFF2-40B4-BE49-F238E27FC236}">
                <a16:creationId xmlns:a16="http://schemas.microsoft.com/office/drawing/2014/main" id="{2B3AED12-7863-053D-B4CC-E8E2EA696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813" y="495946"/>
            <a:ext cx="4865529" cy="4014062"/>
          </a:xfrm>
          <a:prstGeom prst="rect">
            <a:avLst/>
          </a:prstGeom>
        </p:spPr>
      </p:pic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2E79D06B-8776-1F2F-B3DD-DFD0ACAA51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3342" y="642696"/>
            <a:ext cx="4509772" cy="37205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A438C2-B07C-0C13-1984-703D782055D4}"/>
              </a:ext>
            </a:extLst>
          </p:cNvPr>
          <p:cNvSpPr txBox="1"/>
          <p:nvPr/>
        </p:nvSpPr>
        <p:spPr>
          <a:xfrm>
            <a:off x="7772399" y="4793039"/>
            <a:ext cx="2820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VIVI nested contribution</a:t>
            </a:r>
          </a:p>
        </p:txBody>
      </p:sp>
    </p:spTree>
    <p:extLst>
      <p:ext uri="{BB962C8B-B14F-4D97-AF65-F5344CB8AC3E}">
        <p14:creationId xmlns:p14="http://schemas.microsoft.com/office/powerpoint/2010/main" val="5364178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2E7F-122F-ECBE-B0FD-81D0C3CF5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EEB5DE-4CBB-E111-D30E-B6D88D57A9B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2"/>
            <a:ext cx="2077821" cy="2583956"/>
          </a:xfrm>
          <a:prstGeom prst="rect">
            <a:avLst/>
          </a:prstGeom>
        </p:spPr>
      </p:pic>
      <p:pic>
        <p:nvPicPr>
          <p:cNvPr id="2" name="Picture 1" descr="A screen shot of a graph&#10;&#10;AI-generated content may be incorrect.">
            <a:extLst>
              <a:ext uri="{FF2B5EF4-FFF2-40B4-BE49-F238E27FC236}">
                <a16:creationId xmlns:a16="http://schemas.microsoft.com/office/drawing/2014/main" id="{897925B7-93BF-7CDC-E403-20F3419FE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285750"/>
            <a:ext cx="7620000" cy="628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163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555C48-A4B6-0E4E-309C-3D21096C89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1172250" y="161142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EC9984-6315-A7A7-F990-A81504AA9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397" y="395106"/>
            <a:ext cx="3958652" cy="1058940"/>
          </a:xfrm>
        </p:spPr>
        <p:txBody>
          <a:bodyPr>
            <a:normAutofit/>
          </a:bodyPr>
          <a:lstStyle/>
          <a:p>
            <a:r>
              <a:rPr lang="en-US" i="1" dirty="0"/>
              <a:t>Helianthus exilis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30EF9C-474E-C0A9-2960-4790BA932388}"/>
              </a:ext>
            </a:extLst>
          </p:cNvPr>
          <p:cNvSpPr txBox="1">
            <a:spLocks/>
          </p:cNvSpPr>
          <p:nvPr/>
        </p:nvSpPr>
        <p:spPr>
          <a:xfrm>
            <a:off x="5919865" y="395106"/>
            <a:ext cx="4813091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Centaurea </a:t>
            </a:r>
            <a:r>
              <a:rPr lang="en-US" i="1" dirty="0" err="1"/>
              <a:t>solstitialis</a:t>
            </a:r>
            <a:endParaRPr lang="en-US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7B9966-794B-7173-44AB-C4084604A4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867" t="17284" r="29467" b="35555"/>
          <a:stretch/>
        </p:blipFill>
        <p:spPr>
          <a:xfrm>
            <a:off x="6543190" y="1517628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7978050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714EE-E952-04C1-1CC6-9A19BD97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583E1B-A29D-F768-C4B4-E8499682A1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988894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CBD7C428-AFE5-F9E5-8D03-2824669EF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345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746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D3F3F-248B-5BF9-3A37-748CAD625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35F917-4CF3-DEF3-B98C-21CC7A9E3D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988894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9F56C9E-A9D5-D502-62C2-3AE151B7D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345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9541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1424B-3119-E2D2-8487-81D03258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4E36C9-DFEF-D69B-9633-B07EC1F287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479229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chart of numbers and lines&#10;&#10;AI-generated content may be incorrect.">
            <a:extLst>
              <a:ext uri="{FF2B5EF4-FFF2-40B4-BE49-F238E27FC236}">
                <a16:creationId xmlns:a16="http://schemas.microsoft.com/office/drawing/2014/main" id="{3DD5F78C-B50E-6585-AB2F-E0F0A884B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069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5483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8939-0BEA-CF5B-A987-62C579146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166DDC-E9D5-EB9C-C0E3-FCCFF11024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84160" y="1823073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chart&#10;&#10;AI-generated content may be incorrect.">
            <a:extLst>
              <a:ext uri="{FF2B5EF4-FFF2-40B4-BE49-F238E27FC236}">
                <a16:creationId xmlns:a16="http://schemas.microsoft.com/office/drawing/2014/main" id="{E469D9D8-C23F-024E-011D-F3AC5849F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082" y="466133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522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15B81-B531-AB32-6ACA-445ADE1BC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A23E09-7EA2-0061-C5DC-75A6D0CFAD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69170" y="1823074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23D670A9-DBF5-AD24-2E42-9358A7BB6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72" y="311148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2394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6646-553A-5D6A-609C-C5E777036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5E447-1008-1D17-6511-38F6DD347D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69170" y="1823074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graph of a graph with numbers and dots&#10;&#10;AI-generated content may be incorrect.">
            <a:extLst>
              <a:ext uri="{FF2B5EF4-FFF2-40B4-BE49-F238E27FC236}">
                <a16:creationId xmlns:a16="http://schemas.microsoft.com/office/drawing/2014/main" id="{A84410C8-A3F6-6A89-375D-005F5E9E9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082" y="311148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1756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966997B-E60D-334F-D10C-8F676D0AE585}"/>
              </a:ext>
            </a:extLst>
          </p:cNvPr>
          <p:cNvSpPr txBox="1"/>
          <p:nvPr/>
        </p:nvSpPr>
        <p:spPr>
          <a:xfrm>
            <a:off x="2756113" y="5778555"/>
            <a:ext cx="3177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CESO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BD022A-1E1C-B4A4-CB01-9D703DE44E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181712" y="2799467"/>
            <a:ext cx="1446617" cy="1478065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8" name="Picture 7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5305835B-F164-BD93-7520-1E881F81D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753" y="2309247"/>
            <a:ext cx="3983182" cy="3286125"/>
          </a:xfrm>
          <a:prstGeom prst="rect">
            <a:avLst/>
          </a:prstGeom>
        </p:spPr>
      </p:pic>
      <p:pic>
        <p:nvPicPr>
          <p:cNvPr id="10" name="Picture 9" descr="A diagram with red and blue dots&#10;&#10;AI-generated content may be incorrect.">
            <a:extLst>
              <a:ext uri="{FF2B5EF4-FFF2-40B4-BE49-F238E27FC236}">
                <a16:creationId xmlns:a16="http://schemas.microsoft.com/office/drawing/2014/main" id="{B37B2B99-8CF9-A232-9161-0F5817A87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543" y="142875"/>
            <a:ext cx="3983182" cy="3286125"/>
          </a:xfrm>
          <a:prstGeom prst="rect">
            <a:avLst/>
          </a:prstGeom>
        </p:spPr>
      </p:pic>
      <p:pic>
        <p:nvPicPr>
          <p:cNvPr id="12" name="Picture 11" descr="A diagram with red and blue dots&#10;&#10;AI-generated content may be incorrect.">
            <a:extLst>
              <a:ext uri="{FF2B5EF4-FFF2-40B4-BE49-F238E27FC236}">
                <a16:creationId xmlns:a16="http://schemas.microsoft.com/office/drawing/2014/main" id="{FE392E35-1B0C-28AB-F9FD-0701BFDDBA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543" y="3507986"/>
            <a:ext cx="3810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010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4E6C-B1BA-CAFC-A9C2-A3A2997D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17B1C3-FD9D-958E-E7F0-EB1B3CF75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71AFE2EA-D323-9BB0-46F3-932947E39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120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891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37079-75B8-FDE4-3F14-FBD70B2B1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31B3A9-D6EA-4181-552A-4D240F2663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20014F0-87EE-18C3-ACCB-AD635A955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624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915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65C10-DAFD-56EE-F2E0-7CD4065B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D20AAC-8849-A6E6-4A15-5C9D573C42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4854D21-F725-1A4C-675B-F8C9FB6B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607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265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A79BB-54D8-261E-6B2D-09EF4DD6E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1FF217-736F-5737-8C05-6B1A5C8A60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97D70500-7626-94A7-99E7-872DC3FBF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117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3092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DBD25-46B2-014F-3C7F-7CC48751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06E733-FAAF-ABDC-CD9E-0A4CD6760A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E004A528-30F8-EAFE-FE8E-CF5C4CC81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562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898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895-B3C1-9FCB-FE39-1BBC18A87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4EF419-7A59-F67E-342E-17FFCD3209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C1748DD5-B416-94FE-126D-70856F159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133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7352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359B0481-AEC6-6142-D09D-4C541E9E46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1984" y="818234"/>
            <a:ext cx="5000879" cy="4125725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2A0E3A-11EA-F406-D12F-4624C428AE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867" t="17284" r="29467" b="35555"/>
          <a:stretch/>
        </p:blipFill>
        <p:spPr>
          <a:xfrm>
            <a:off x="273999" y="2013188"/>
            <a:ext cx="1210464" cy="1735816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49193D-0275-4531-D829-E1705C64A486}"/>
              </a:ext>
            </a:extLst>
          </p:cNvPr>
          <p:cNvSpPr txBox="1"/>
          <p:nvPr/>
        </p:nvSpPr>
        <p:spPr>
          <a:xfrm>
            <a:off x="3316637" y="5067946"/>
            <a:ext cx="19062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HEEX</a:t>
            </a:r>
          </a:p>
        </p:txBody>
      </p:sp>
      <p:pic>
        <p:nvPicPr>
          <p:cNvPr id="9" name="Picture 8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F2E0295B-B249-F86D-4328-629B8FC1D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980" y="818234"/>
            <a:ext cx="4775450" cy="39397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C02524-15AF-A4B9-ED40-811A8333DDB4}"/>
              </a:ext>
            </a:extLst>
          </p:cNvPr>
          <p:cNvSpPr txBox="1"/>
          <p:nvPr/>
        </p:nvSpPr>
        <p:spPr>
          <a:xfrm>
            <a:off x="8351003" y="5076264"/>
            <a:ext cx="19062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 Contribution CESO</a:t>
            </a:r>
          </a:p>
        </p:txBody>
      </p:sp>
      <p:pic>
        <p:nvPicPr>
          <p:cNvPr id="12" name="Picture 11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B04B3669-5870-A735-F4D5-61514C37E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285750"/>
            <a:ext cx="7620000" cy="628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4385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FBA6A-7604-802D-3A62-1475D1289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B2C1DA-9D88-FC96-B838-7E0138E765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273999" y="2013188"/>
            <a:ext cx="1210464" cy="1735816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4582B5-1E74-2855-CDE9-D5508B6B3934}"/>
              </a:ext>
            </a:extLst>
          </p:cNvPr>
          <p:cNvSpPr txBox="1"/>
          <p:nvPr/>
        </p:nvSpPr>
        <p:spPr>
          <a:xfrm>
            <a:off x="2789694" y="4912963"/>
            <a:ext cx="3177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Betweenness Centrality</a:t>
            </a:r>
          </a:p>
        </p:txBody>
      </p:sp>
      <p:pic>
        <p:nvPicPr>
          <p:cNvPr id="12" name="Picture 11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B4DE16C4-531A-D8F4-1694-0DA1F538E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362" y="691959"/>
            <a:ext cx="4972374" cy="4102209"/>
          </a:xfrm>
          <a:prstGeom prst="rect">
            <a:avLst/>
          </a:prstGeom>
        </p:spPr>
      </p:pic>
      <p:pic>
        <p:nvPicPr>
          <p:cNvPr id="8" name="Picture 7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78B7CE73-E5A2-7896-C51C-1FDDC7A7C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848" y="1130408"/>
            <a:ext cx="4584915" cy="378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4220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graph&#10;&#10;AI-generated content may be incorrect.">
            <a:extLst>
              <a:ext uri="{FF2B5EF4-FFF2-40B4-BE49-F238E27FC236}">
                <a16:creationId xmlns:a16="http://schemas.microsoft.com/office/drawing/2014/main" id="{F801B45E-FC39-038E-26A2-70D55032C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3309" y="207639"/>
            <a:ext cx="10390785" cy="6442721"/>
          </a:xfrm>
        </p:spPr>
      </p:pic>
    </p:spTree>
    <p:extLst>
      <p:ext uri="{BB962C8B-B14F-4D97-AF65-F5344CB8AC3E}">
        <p14:creationId xmlns:p14="http://schemas.microsoft.com/office/powerpoint/2010/main" val="16607827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065C112E-9E69-8EFF-C396-466E4E6D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36" y="183371"/>
            <a:ext cx="10469066" cy="6491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1783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FE3183-59A2-11AD-0837-B63186285CE6}"/>
              </a:ext>
            </a:extLst>
          </p:cNvPr>
          <p:cNvSpPr txBox="1"/>
          <p:nvPr/>
        </p:nvSpPr>
        <p:spPr>
          <a:xfrm rot="16200000">
            <a:off x="-719528" y="3363175"/>
            <a:ext cx="2683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Honeybee Abundance</a:t>
            </a: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DB32F2A7-DBA5-A3CD-5978-230D1D1E0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136" y="666426"/>
            <a:ext cx="9663155" cy="5991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61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149</Words>
  <Application>Microsoft Macintosh PowerPoint</Application>
  <PresentationFormat>Widescreen</PresentationFormat>
  <Paragraphs>44</Paragraphs>
  <Slides>55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Aptos</vt:lpstr>
      <vt:lpstr>Aptos Display</vt:lpstr>
      <vt:lpstr>Arial</vt:lpstr>
      <vt:lpstr>Office Theme</vt:lpstr>
      <vt:lpstr>Spillover Simulation Exploration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Trifolium fucatum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Helianthus exilis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Rebecca Ann Nelson</dc:creator>
  <cp:lastModifiedBy>Rebecca Ann Nelson</cp:lastModifiedBy>
  <cp:revision>63</cp:revision>
  <dcterms:created xsi:type="dcterms:W3CDTF">2025-03-17T21:08:40Z</dcterms:created>
  <dcterms:modified xsi:type="dcterms:W3CDTF">2025-03-18T23:59:48Z</dcterms:modified>
</cp:coreProperties>
</file>