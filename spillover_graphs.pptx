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9"/>
  </p:normalViewPr>
  <p:slideViewPr>
    <p:cSldViewPr snapToGrid="0">
      <p:cViewPr varScale="1">
        <p:scale>
          <a:sx n="115" d="100"/>
          <a:sy n="115" d="100"/>
        </p:scale>
        <p:origin x="2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E7C31-6125-7F40-ACF6-4DB7A16A6228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5A08A-F384-5042-B5BA-702A7DD38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1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TRFU, 1=full, 2=</a:t>
            </a:r>
            <a:r>
              <a:rPr lang="en-US" dirty="0" err="1"/>
              <a:t>serp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0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6F1D-0F9D-516E-6507-65E7872D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9D362-E4F2-7580-1B72-EAA2C5372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60F24-B8C3-89CC-A0CF-F8708844B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TRFU, 1=full, 2=</a:t>
            </a:r>
            <a:r>
              <a:rPr lang="en-US" dirty="0" err="1"/>
              <a:t>serp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80330-5669-159F-C152-A5EAA78DB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33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9304-C6F7-18AE-3A3B-D229BB4D4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7FE06-F09F-6430-0AB8-D3DC2CF8F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FF51F-A1D3-C35D-6D22-29798693B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TRFU, 1=full, 2=</a:t>
            </a:r>
            <a:r>
              <a:rPr lang="en-US" dirty="0" err="1"/>
              <a:t>serp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77BE7-EB2D-5A21-14E9-C5C38FD6E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62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0691E-6979-0E19-EA0A-F5308530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064FF-4C76-52D4-1DF2-423C49116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E2ED4-AD01-B196-B1BE-7E55A1F1B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TRFU, 1=full, 2=</a:t>
            </a:r>
            <a:r>
              <a:rPr lang="en-US" dirty="0" err="1"/>
              <a:t>serp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B3CB5-4B9E-1089-4685-12D91E784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27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EA16-6A23-557D-3A47-AC5D67A9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866DB-5A5F-ADA1-6821-27361CA5C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5CBDC-0BC6-EFBA-46B8-510DFDDA3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TRFU, 1=full, 2=</a:t>
            </a:r>
            <a:r>
              <a:rPr lang="en-US" dirty="0" err="1"/>
              <a:t>serp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FC0DC-E3F9-C54A-F715-7CB9298C8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66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638B-CECD-689F-B0D3-47715846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93988-E828-D84C-A513-8A71EED56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C565F-F4D1-94F7-B711-76869617A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TRFU, 1=full, 2=</a:t>
            </a:r>
            <a:r>
              <a:rPr lang="en-US" dirty="0" err="1"/>
              <a:t>serp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393B9-FF79-18FE-E51D-07B292A08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96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5A08A-F384-5042-B5BA-702A7DD382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5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DE57-76F6-FB91-3156-7121E6E8E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4D7C4-08EE-738E-6645-FCC3DF2E3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C01D6-4033-70A4-0BBB-212A754C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007B8-ABD1-7C3A-7ADE-1C81384C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D8D6B-289F-EBF5-E2FD-A3D986FD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5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27F2-E06F-193D-AEA9-D7B9C1CC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AEAA9-BB1D-09A8-D4A2-577AF121C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25FD-0F80-623F-B56A-25B2BF3D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F5E9-427D-9A2F-7DEA-1A589DC84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41FAD-6524-1466-57ED-B73A90CC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8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F741-7E10-0546-4AFC-0DDF7E60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B5567-775E-88BB-99D4-0F393F44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2977-1154-875C-18E6-F1A0519D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C517-C07C-F1BE-D13B-721A320F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EC76A-3844-0AF3-7670-05A9B4E2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1149A-0887-5105-747A-A8D5CA7E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24FA-B4B2-8BCA-1952-828AC6C28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92865-CBCE-CCE6-A3EA-BBF8E9EA6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25C68-58C4-AD86-BDCD-84ED22FD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F0319-DEBF-F9D2-EC33-54E06F76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1452B-D3D4-9B35-0BA0-3187C46AB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6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70A2-192F-4E06-738A-AB299495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48992-3CAE-414B-7208-857E83997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2C2A2-9CB5-7A6D-6ECC-5AF9F2699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DD0B0-B22B-0E65-1985-20D91EE46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99063-D06B-4F14-7DB7-A956B717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9729E-2579-FF89-A7ED-D5BC82FC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CB4A9-654A-932F-2C9A-6E52AFC59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64B60-C44C-1E01-A79E-EBFF2F28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5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AB75-A713-7245-8660-01125A9B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00524-973F-DC50-1F87-6DD28624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C8B01-1FF5-2ED3-8A40-59B52611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2EBDD-F932-120E-A89C-66B15AB2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8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B4838-2E55-D1AB-A51E-1C07B80D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901583-D2B5-AF7C-CD93-30040556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8896-5A65-12DD-BFD6-303C515A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8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35F43-9B03-EC01-C560-B8A41AF8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B560D-4D1C-C128-BA21-A72B33D8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FEBBD-B400-0FE2-A7F7-9E52DB776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A1722-A5E9-20C8-F97E-D517B063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54CE2-87BF-625F-13A3-300B41D9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30C6F-9A21-A42C-2111-E18AD89F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8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FCBD-49C1-67A5-9D87-EEA5DAED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3A9F8A-E8AB-756F-4D2D-0F5BDA0BE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04AE-2777-9D3E-D0E7-FBFF35641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E52E0-C66B-317D-3B8D-DE366961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51507-A8E2-1F2E-7667-79DF0FFD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11568-CFAA-F6AD-F6D6-E54B5D32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3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BD18-9387-90AD-FEE6-8028BA8F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BCD5F-2290-2096-812E-2B08F29F4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E8AE9-F320-944F-1A16-E350BC6C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9109C-B8EC-998B-18AB-2918D91E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E698-F424-EEF1-EDB0-E4869D10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0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3ACF7-C055-F673-0D1B-D2B7F5235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7C69D-0AC0-EE35-0F99-81B59F031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0077-9975-C401-7971-0B829AE9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D604-FEEF-BE98-405C-BB87B013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F95A9-4346-37DE-9C32-CD6EA9E6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4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8C766E-3D00-D149-5852-AA17AF89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87E-4497-3A1F-D131-F5CE2309F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5CA05-864D-9323-A188-1C891DE26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B9005-44A9-324A-A2F7-BC6DDBEE4AF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AF931-16EE-A2A6-68A4-446DA6FF7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4093A-8136-F660-46BC-409EE3EE9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DEF4C-755C-D74B-92A7-13E635FB8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4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FDA9-DC62-084E-9FE2-73B2214551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Spillover Simulation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79068-D019-D40E-85EB-66E3433CC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Becca and Taran</a:t>
            </a:r>
          </a:p>
          <a:p>
            <a:r>
              <a:rPr lang="en-US" dirty="0"/>
              <a:t>3-17-25</a:t>
            </a:r>
          </a:p>
        </p:txBody>
      </p:sp>
    </p:spTree>
    <p:extLst>
      <p:ext uri="{BB962C8B-B14F-4D97-AF65-F5344CB8AC3E}">
        <p14:creationId xmlns:p14="http://schemas.microsoft.com/office/powerpoint/2010/main" val="3652784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3FD1-22B9-87D5-EF17-0D88ADA5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54" y="739880"/>
            <a:ext cx="3958652" cy="1058940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Trifolium fucatum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A7EC4-C61F-9FA4-D4A3-BA7D19A3F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4340" l="9902" r="89976">
                        <a14:foregroundMark x1="45477" y1="64151" x2="53423" y2="58679"/>
                        <a14:foregroundMark x1="43032" y1="65283" x2="56357" y2="61321"/>
                        <a14:foregroundMark x1="47922" y1="61698" x2="47922" y2="70566"/>
                        <a14:foregroundMark x1="48411" y1="69057" x2="47922" y2="76226"/>
                        <a14:foregroundMark x1="48166" y1="73962" x2="48411" y2="88491"/>
                        <a14:foregroundMark x1="48411" y1="88491" x2="49878" y2="94340"/>
                      </a14:backgroundRemoval>
                    </a14:imgEffect>
                  </a14:imgLayer>
                </a14:imgProps>
              </a:ext>
            </a:extLst>
          </a:blip>
          <a:srcRect l="16916" r="8979"/>
          <a:stretch/>
        </p:blipFill>
        <p:spPr>
          <a:xfrm>
            <a:off x="148653" y="1417650"/>
            <a:ext cx="3582443" cy="31322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4622DD-8E76-09DF-D822-680880A77062}"/>
              </a:ext>
            </a:extLst>
          </p:cNvPr>
          <p:cNvSpPr txBox="1">
            <a:spLocks/>
          </p:cNvSpPr>
          <p:nvPr/>
        </p:nvSpPr>
        <p:spPr>
          <a:xfrm>
            <a:off x="8084695" y="739880"/>
            <a:ext cx="3958652" cy="1058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/>
              <a:t>Vicia villosa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11F618-4D61-3F01-7322-E6816DF7879E}"/>
              </a:ext>
            </a:extLst>
          </p:cNvPr>
          <p:cNvSpPr txBox="1">
            <a:spLocks/>
          </p:cNvSpPr>
          <p:nvPr/>
        </p:nvSpPr>
        <p:spPr>
          <a:xfrm>
            <a:off x="4893039" y="739880"/>
            <a:ext cx="2795666" cy="1058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 err="1"/>
              <a:t>Lasthenia</a:t>
            </a:r>
            <a:r>
              <a:rPr lang="en-US" i="1" dirty="0"/>
              <a:t> californica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CB9CB-A8F2-317A-7A26-F374847FC7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703" b="74327" l="41080" r="63767">
                        <a14:foregroundMark x1="43142" y1="58536" x2="44488" y2="64931"/>
                        <a14:foregroundMark x1="44488" y1="64931" x2="44271" y2="58854"/>
                        <a14:foregroundMark x1="44271" y1="58854" x2="43620" y2="58681"/>
                        <a14:foregroundMark x1="46788" y1="65741" x2="46419" y2="65567"/>
                        <a14:foregroundMark x1="46897" y1="65885" x2="47830" y2="65104"/>
                        <a14:foregroundMark x1="45725" y1="63860" x2="45725" y2="63860"/>
                        <a14:foregroundMark x1="46788" y1="66030" x2="46788" y2="66030"/>
                        <a14:foregroundMark x1="46658" y1="66204" x2="47960" y2="65104"/>
                        <a14:foregroundMark x1="46658" y1="65885" x2="48546" y2="65567"/>
                      </a14:backgroundRemoval>
                    </a14:imgEffect>
                  </a14:imgLayer>
                </a14:imgProps>
              </a:ext>
            </a:extLst>
          </a:blip>
          <a:srcRect l="38244" t="32000" r="33397" b="20970"/>
          <a:stretch/>
        </p:blipFill>
        <p:spPr>
          <a:xfrm>
            <a:off x="8084695" y="1138094"/>
            <a:ext cx="3303983" cy="4108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65C698-902F-3A48-9D31-CF4C47EF459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9971" b="76215" l="38477" r="57704">
                        <a14:foregroundMark x1="43294" y1="51852" x2="42795" y2="50347"/>
                        <a14:foregroundMark x1="42188" y1="51505" x2="47201" y2="54543"/>
                        <a14:foregroundMark x1="47201" y1="54543" x2="42904" y2="49971"/>
                        <a14:foregroundMark x1="42904" y1="49971" x2="41862" y2="51042"/>
                        <a14:foregroundMark x1="50217" y1="57176" x2="55490" y2="59809"/>
                        <a14:foregroundMark x1="55490" y1="59809" x2="53168" y2="53212"/>
                        <a14:foregroundMark x1="53168" y1="53212" x2="47895" y2="50926"/>
                        <a14:foregroundMark x1="47895" y1="50926" x2="45790" y2="53038"/>
                      </a14:backgroundRemoval>
                    </a14:imgEffect>
                  </a14:imgLayer>
                </a14:imgProps>
              </a:ext>
            </a:extLst>
          </a:blip>
          <a:srcRect l="36076" t="48235" r="39883" b="20634"/>
          <a:stretch/>
        </p:blipFill>
        <p:spPr>
          <a:xfrm>
            <a:off x="4665209" y="2436589"/>
            <a:ext cx="2410148" cy="233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numbers and names&#10;&#10;AI-generated content may be incorrect.">
            <a:extLst>
              <a:ext uri="{FF2B5EF4-FFF2-40B4-BE49-F238E27FC236}">
                <a16:creationId xmlns:a16="http://schemas.microsoft.com/office/drawing/2014/main" id="{B542C493-3A34-2B7E-6627-E08646141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011" y="285750"/>
            <a:ext cx="7569200" cy="6286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CF09E8-DE89-E3FA-C390-ED2C495239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340" l="9902" r="89976">
                        <a14:foregroundMark x1="45477" y1="64151" x2="53423" y2="58679"/>
                        <a14:foregroundMark x1="43032" y1="65283" x2="56357" y2="61321"/>
                        <a14:foregroundMark x1="47922" y1="61698" x2="47922" y2="70566"/>
                        <a14:foregroundMark x1="48411" y1="69057" x2="47922" y2="76226"/>
                        <a14:foregroundMark x1="48166" y1="73962" x2="48411" y2="88491"/>
                        <a14:foregroundMark x1="48411" y1="88491" x2="49878" y2="94340"/>
                      </a14:backgroundRemoval>
                    </a14:imgEffect>
                  </a14:imgLayer>
                </a14:imgProps>
              </a:ext>
            </a:extLst>
          </a:blip>
          <a:srcRect l="16916" r="8979"/>
          <a:stretch/>
        </p:blipFill>
        <p:spPr>
          <a:xfrm>
            <a:off x="-483534" y="1547890"/>
            <a:ext cx="3582443" cy="31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87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9F26-E097-D705-6459-2CDDDE73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B1664B-EB46-F2D3-C51E-66806F9EAC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340" l="9902" r="89976">
                        <a14:foregroundMark x1="45477" y1="64151" x2="53423" y2="58679"/>
                        <a14:foregroundMark x1="43032" y1="65283" x2="56357" y2="61321"/>
                        <a14:foregroundMark x1="47922" y1="61698" x2="47922" y2="70566"/>
                        <a14:foregroundMark x1="48411" y1="69057" x2="47922" y2="76226"/>
                        <a14:foregroundMark x1="48166" y1="73962" x2="48411" y2="88491"/>
                        <a14:foregroundMark x1="48411" y1="88491" x2="49878" y2="94340"/>
                      </a14:backgroundRemoval>
                    </a14:imgEffect>
                  </a14:imgLayer>
                </a14:imgProps>
              </a:ext>
            </a:extLst>
          </a:blip>
          <a:srcRect l="16916" r="8979"/>
          <a:stretch/>
        </p:blipFill>
        <p:spPr>
          <a:xfrm>
            <a:off x="-483534" y="1547890"/>
            <a:ext cx="3582443" cy="3132266"/>
          </a:xfrm>
          <a:prstGeom prst="rect">
            <a:avLst/>
          </a:prstGeom>
        </p:spPr>
      </p:pic>
      <p:pic>
        <p:nvPicPr>
          <p:cNvPr id="3" name="Picture 2" descr="A chart with numbers and dots&#10;&#10;AI-generated content may be incorrect.">
            <a:extLst>
              <a:ext uri="{FF2B5EF4-FFF2-40B4-BE49-F238E27FC236}">
                <a16:creationId xmlns:a16="http://schemas.microsoft.com/office/drawing/2014/main" id="{F2E33B71-2A59-0B00-8A33-485CBEF18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909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1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BBB5-C1AE-70AA-82A7-82CC3365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7AFBAB-A17B-FCBB-2D2F-BFA5E99795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340" l="9902" r="89976">
                        <a14:foregroundMark x1="45477" y1="64151" x2="53423" y2="58679"/>
                        <a14:foregroundMark x1="43032" y1="65283" x2="56357" y2="61321"/>
                        <a14:foregroundMark x1="47922" y1="61698" x2="47922" y2="70566"/>
                        <a14:foregroundMark x1="48411" y1="69057" x2="47922" y2="76226"/>
                        <a14:foregroundMark x1="48166" y1="73962" x2="48411" y2="88491"/>
                        <a14:foregroundMark x1="48411" y1="88491" x2="49878" y2="94340"/>
                      </a14:backgroundRemoval>
                    </a14:imgEffect>
                  </a14:imgLayer>
                </a14:imgProps>
              </a:ext>
            </a:extLst>
          </a:blip>
          <a:srcRect l="16916" r="8979"/>
          <a:stretch/>
        </p:blipFill>
        <p:spPr>
          <a:xfrm>
            <a:off x="-483534" y="1547890"/>
            <a:ext cx="3582443" cy="3132266"/>
          </a:xfrm>
          <a:prstGeom prst="rect">
            <a:avLst/>
          </a:prstGeom>
        </p:spPr>
      </p:pic>
      <p:pic>
        <p:nvPicPr>
          <p:cNvPr id="4" name="Picture 3" descr="A chart of numbers and a number of numbers&#10;&#10;AI-generated content may be incorrect.">
            <a:extLst>
              <a:ext uri="{FF2B5EF4-FFF2-40B4-BE49-F238E27FC236}">
                <a16:creationId xmlns:a16="http://schemas.microsoft.com/office/drawing/2014/main" id="{837CB73D-0C97-DDD0-330C-E4A658E9C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909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0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9024-0D4F-D661-FB19-564DA42F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2A83FB-61BD-519A-F528-EFD9E1C84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340" l="9902" r="89976">
                        <a14:foregroundMark x1="45477" y1="64151" x2="53423" y2="58679"/>
                        <a14:foregroundMark x1="43032" y1="65283" x2="56357" y2="61321"/>
                        <a14:foregroundMark x1="47922" y1="61698" x2="47922" y2="70566"/>
                        <a14:foregroundMark x1="48411" y1="69057" x2="47922" y2="76226"/>
                        <a14:foregroundMark x1="48166" y1="73962" x2="48411" y2="88491"/>
                        <a14:foregroundMark x1="48411" y1="88491" x2="49878" y2="94340"/>
                      </a14:backgroundRemoval>
                    </a14:imgEffect>
                  </a14:imgLayer>
                </a14:imgProps>
              </a:ext>
            </a:extLst>
          </a:blip>
          <a:srcRect l="16916" r="8979"/>
          <a:stretch/>
        </p:blipFill>
        <p:spPr>
          <a:xfrm>
            <a:off x="-483534" y="1547890"/>
            <a:ext cx="3582443" cy="3132266"/>
          </a:xfrm>
          <a:prstGeom prst="rect">
            <a:avLst/>
          </a:prstGeom>
        </p:spPr>
      </p:pic>
      <p:pic>
        <p:nvPicPr>
          <p:cNvPr id="3" name="Picture 2" descr="A chart with numbers and a number of numbers&#10;&#10;AI-generated content may be incorrect.">
            <a:extLst>
              <a:ext uri="{FF2B5EF4-FFF2-40B4-BE49-F238E27FC236}">
                <a16:creationId xmlns:a16="http://schemas.microsoft.com/office/drawing/2014/main" id="{26014238-CBB6-98B6-68DB-4DC6F8EB0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909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6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2EDC-C22C-E1ED-8A28-EE6D63BD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52C261-2AE7-83D9-A915-8D36EF023F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340" l="9902" r="89976">
                        <a14:foregroundMark x1="45477" y1="64151" x2="53423" y2="58679"/>
                        <a14:foregroundMark x1="43032" y1="65283" x2="56357" y2="61321"/>
                        <a14:foregroundMark x1="47922" y1="61698" x2="47922" y2="70566"/>
                        <a14:foregroundMark x1="48411" y1="69057" x2="47922" y2="76226"/>
                        <a14:foregroundMark x1="48166" y1="73962" x2="48411" y2="88491"/>
                        <a14:foregroundMark x1="48411" y1="88491" x2="49878" y2="94340"/>
                      </a14:backgroundRemoval>
                    </a14:imgEffect>
                  </a14:imgLayer>
                </a14:imgProps>
              </a:ext>
            </a:extLst>
          </a:blip>
          <a:srcRect l="16916" r="8979"/>
          <a:stretch/>
        </p:blipFill>
        <p:spPr>
          <a:xfrm>
            <a:off x="-483534" y="1547890"/>
            <a:ext cx="3582443" cy="3132266"/>
          </a:xfrm>
          <a:prstGeom prst="rect">
            <a:avLst/>
          </a:prstGeom>
        </p:spPr>
      </p:pic>
      <p:pic>
        <p:nvPicPr>
          <p:cNvPr id="7" name="Picture 6" descr="A chart of numbers and numbers&#10;&#10;AI-generated content may be incorrect.">
            <a:extLst>
              <a:ext uri="{FF2B5EF4-FFF2-40B4-BE49-F238E27FC236}">
                <a16:creationId xmlns:a16="http://schemas.microsoft.com/office/drawing/2014/main" id="{B25F3FC1-5405-3397-C2D5-4479546A3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909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6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3862-4B8E-2450-A068-142B3FE9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09A293-F43E-F71C-36B9-29015F4B5F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9971" b="76215" l="38477" r="57704">
                        <a14:foregroundMark x1="43294" y1="51852" x2="42795" y2="50347"/>
                        <a14:foregroundMark x1="42188" y1="51505" x2="47201" y2="54543"/>
                        <a14:foregroundMark x1="47201" y1="54543" x2="42904" y2="49971"/>
                        <a14:foregroundMark x1="42904" y1="49971" x2="41862" y2="51042"/>
                        <a14:foregroundMark x1="50217" y1="57176" x2="55490" y2="59809"/>
                        <a14:foregroundMark x1="55490" y1="59809" x2="53168" y2="53212"/>
                        <a14:foregroundMark x1="53168" y1="53212" x2="47895" y2="50926"/>
                        <a14:foregroundMark x1="47895" y1="50926" x2="45790" y2="53038"/>
                      </a14:backgroundRemoval>
                    </a14:imgEffect>
                  </a14:imgLayer>
                </a14:imgProps>
              </a:ext>
            </a:extLst>
          </a:blip>
          <a:srcRect l="36076" t="48235" r="39883" b="20634"/>
          <a:stretch/>
        </p:blipFill>
        <p:spPr>
          <a:xfrm>
            <a:off x="527924" y="1911933"/>
            <a:ext cx="2410148" cy="2338940"/>
          </a:xfrm>
          <a:prstGeom prst="rect">
            <a:avLst/>
          </a:prstGeom>
        </p:spPr>
      </p:pic>
      <p:pic>
        <p:nvPicPr>
          <p:cNvPr id="4" name="Picture 3" descr="A chart with numbers and black dots&#10;&#10;AI-generated content may be incorrect.">
            <a:extLst>
              <a:ext uri="{FF2B5EF4-FFF2-40B4-BE49-F238E27FC236}">
                <a16:creationId xmlns:a16="http://schemas.microsoft.com/office/drawing/2014/main" id="{3DB629CB-1489-A796-CF92-87B50D382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072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4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with numbers and lines&#10;&#10;AI-generated content may be incorrect.">
            <a:extLst>
              <a:ext uri="{FF2B5EF4-FFF2-40B4-BE49-F238E27FC236}">
                <a16:creationId xmlns:a16="http://schemas.microsoft.com/office/drawing/2014/main" id="{AAF24677-D7F8-051A-6B95-C37AE4A54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6602" y="253734"/>
            <a:ext cx="7646295" cy="635053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D8CB5-39E9-E94A-DB26-7E35DA56BF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9971" b="76215" l="38477" r="57704">
                        <a14:foregroundMark x1="43294" y1="51852" x2="42795" y2="50347"/>
                        <a14:foregroundMark x1="42188" y1="51505" x2="47201" y2="54543"/>
                        <a14:foregroundMark x1="47201" y1="54543" x2="42904" y2="49971"/>
                        <a14:foregroundMark x1="42904" y1="49971" x2="41862" y2="51042"/>
                        <a14:foregroundMark x1="50217" y1="57176" x2="55490" y2="59809"/>
                        <a14:foregroundMark x1="55490" y1="59809" x2="53168" y2="53212"/>
                        <a14:foregroundMark x1="53168" y1="53212" x2="47895" y2="50926"/>
                        <a14:foregroundMark x1="47895" y1="50926" x2="45790" y2="53038"/>
                      </a14:backgroundRemoval>
                    </a14:imgEffect>
                  </a14:imgLayer>
                </a14:imgProps>
              </a:ext>
            </a:extLst>
          </a:blip>
          <a:srcRect l="36076" t="48235" r="39883" b="20634"/>
          <a:stretch/>
        </p:blipFill>
        <p:spPr>
          <a:xfrm>
            <a:off x="527924" y="1911933"/>
            <a:ext cx="2410148" cy="233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54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2258E-014C-DA95-7F9F-D664B1F3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A583F2-0084-FB3E-1321-52AD4AF800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1" b="76215" l="38477" r="57704">
                        <a14:foregroundMark x1="43294" y1="51852" x2="42795" y2="50347"/>
                        <a14:foregroundMark x1="42188" y1="51505" x2="47201" y2="54543"/>
                        <a14:foregroundMark x1="47201" y1="54543" x2="42904" y2="49971"/>
                        <a14:foregroundMark x1="42904" y1="49971" x2="41862" y2="51042"/>
                        <a14:foregroundMark x1="50217" y1="57176" x2="55490" y2="59809"/>
                        <a14:foregroundMark x1="55490" y1="59809" x2="53168" y2="53212"/>
                        <a14:foregroundMark x1="53168" y1="53212" x2="47895" y2="50926"/>
                        <a14:foregroundMark x1="47895" y1="50926" x2="45790" y2="53038"/>
                      </a14:backgroundRemoval>
                    </a14:imgEffect>
                  </a14:imgLayer>
                </a14:imgProps>
              </a:ext>
            </a:extLst>
          </a:blip>
          <a:srcRect l="36076" t="48235" r="39883" b="20634"/>
          <a:stretch/>
        </p:blipFill>
        <p:spPr>
          <a:xfrm>
            <a:off x="527924" y="1911933"/>
            <a:ext cx="2410148" cy="2338940"/>
          </a:xfrm>
          <a:prstGeom prst="rect">
            <a:avLst/>
          </a:prstGeom>
        </p:spPr>
      </p:pic>
      <p:pic>
        <p:nvPicPr>
          <p:cNvPr id="7" name="Picture 6" descr="A chart with numbers and a few black dots&#10;&#10;AI-generated content may be incorrect.">
            <a:extLst>
              <a:ext uri="{FF2B5EF4-FFF2-40B4-BE49-F238E27FC236}">
                <a16:creationId xmlns:a16="http://schemas.microsoft.com/office/drawing/2014/main" id="{782B7659-B13C-5B57-9A2C-2F9FEAEC3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908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BF54-500F-2F8B-E9E0-6CA112797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9ED027-1DC9-9366-5F06-3783D8B7FC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1" b="76215" l="38477" r="57704">
                        <a14:foregroundMark x1="43294" y1="51852" x2="42795" y2="50347"/>
                        <a14:foregroundMark x1="42188" y1="51505" x2="47201" y2="54543"/>
                        <a14:foregroundMark x1="47201" y1="54543" x2="42904" y2="49971"/>
                        <a14:foregroundMark x1="42904" y1="49971" x2="41862" y2="51042"/>
                        <a14:foregroundMark x1="50217" y1="57176" x2="55490" y2="59809"/>
                        <a14:foregroundMark x1="55490" y1="59809" x2="53168" y2="53212"/>
                        <a14:foregroundMark x1="53168" y1="53212" x2="47895" y2="50926"/>
                        <a14:foregroundMark x1="47895" y1="50926" x2="45790" y2="53038"/>
                      </a14:backgroundRemoval>
                    </a14:imgEffect>
                  </a14:imgLayer>
                </a14:imgProps>
              </a:ext>
            </a:extLst>
          </a:blip>
          <a:srcRect l="36076" t="48235" r="39883" b="20634"/>
          <a:stretch/>
        </p:blipFill>
        <p:spPr>
          <a:xfrm>
            <a:off x="527924" y="1911933"/>
            <a:ext cx="2410148" cy="2338940"/>
          </a:xfrm>
          <a:prstGeom prst="rect">
            <a:avLst/>
          </a:prstGeom>
        </p:spPr>
      </p:pic>
      <p:pic>
        <p:nvPicPr>
          <p:cNvPr id="3" name="Picture 2" descr="A group of numbers and a line&#10;&#10;AI-generated content may be incorrect.">
            <a:extLst>
              <a:ext uri="{FF2B5EF4-FFF2-40B4-BE49-F238E27FC236}">
                <a16:creationId xmlns:a16="http://schemas.microsoft.com/office/drawing/2014/main" id="{FB6F3AE4-D057-ADF4-1937-752E6A9C4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154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71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109D-05BA-C6EA-40B7-9DE53726C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7720DB-FE72-497D-5DB7-F4057EA733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1" b="76215" l="38477" r="57704">
                        <a14:foregroundMark x1="43294" y1="51852" x2="42795" y2="50347"/>
                        <a14:foregroundMark x1="42188" y1="51505" x2="47201" y2="54543"/>
                        <a14:foregroundMark x1="47201" y1="54543" x2="42904" y2="49971"/>
                        <a14:foregroundMark x1="42904" y1="49971" x2="41862" y2="51042"/>
                        <a14:foregroundMark x1="50217" y1="57176" x2="55490" y2="59809"/>
                        <a14:foregroundMark x1="55490" y1="59809" x2="53168" y2="53212"/>
                        <a14:foregroundMark x1="53168" y1="53212" x2="47895" y2="50926"/>
                        <a14:foregroundMark x1="47895" y1="50926" x2="45790" y2="53038"/>
                      </a14:backgroundRemoval>
                    </a14:imgEffect>
                  </a14:imgLayer>
                </a14:imgProps>
              </a:ext>
            </a:extLst>
          </a:blip>
          <a:srcRect l="36076" t="48235" r="39883" b="20634"/>
          <a:stretch/>
        </p:blipFill>
        <p:spPr>
          <a:xfrm>
            <a:off x="527924" y="1911933"/>
            <a:ext cx="2410148" cy="2338940"/>
          </a:xfrm>
          <a:prstGeom prst="rect">
            <a:avLst/>
          </a:prstGeom>
        </p:spPr>
      </p:pic>
      <p:pic>
        <p:nvPicPr>
          <p:cNvPr id="3" name="Picture 2" descr="A chart with numbers and a few black dots&#10;&#10;AI-generated content may be incorrect.">
            <a:extLst>
              <a:ext uri="{FF2B5EF4-FFF2-40B4-BE49-F238E27FC236}">
                <a16:creationId xmlns:a16="http://schemas.microsoft.com/office/drawing/2014/main" id="{1D8297AA-A688-D7F0-A637-134CCB3FA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072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2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A4FE-746D-5987-B326-03E64BD21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EF0370-2ED2-7AC7-DE98-8FFE10C4D9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703" b="74327" l="41080" r="63767">
                        <a14:foregroundMark x1="43142" y1="58536" x2="44488" y2="64931"/>
                        <a14:foregroundMark x1="44488" y1="64931" x2="44271" y2="58854"/>
                        <a14:foregroundMark x1="44271" y1="58854" x2="43620" y2="58681"/>
                        <a14:foregroundMark x1="46788" y1="65741" x2="46419" y2="65567"/>
                        <a14:foregroundMark x1="46897" y1="65885" x2="47830" y2="65104"/>
                        <a14:foregroundMark x1="45725" y1="63860" x2="45725" y2="63860"/>
                        <a14:foregroundMark x1="46788" y1="66030" x2="46788" y2="66030"/>
                        <a14:foregroundMark x1="46658" y1="66204" x2="47960" y2="65104"/>
                        <a14:foregroundMark x1="46658" y1="65885" x2="48546" y2="65567"/>
                      </a14:backgroundRemoval>
                    </a14:imgEffect>
                  </a14:imgLayer>
                </a14:imgProps>
              </a:ext>
            </a:extLst>
          </a:blip>
          <a:srcRect l="38244" t="32000" r="33397" b="20970"/>
          <a:stretch/>
        </p:blipFill>
        <p:spPr>
          <a:xfrm>
            <a:off x="289992" y="1104641"/>
            <a:ext cx="3303983" cy="4108799"/>
          </a:xfrm>
          <a:prstGeom prst="rect">
            <a:avLst/>
          </a:prstGeom>
        </p:spPr>
      </p:pic>
      <p:pic>
        <p:nvPicPr>
          <p:cNvPr id="3" name="Picture 2" descr="A chart with numbers and a number of names&#10;&#10;AI-generated content may be incorrect.">
            <a:extLst>
              <a:ext uri="{FF2B5EF4-FFF2-40B4-BE49-F238E27FC236}">
                <a16:creationId xmlns:a16="http://schemas.microsoft.com/office/drawing/2014/main" id="{616234BD-7887-A7C2-5116-86507423F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405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90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648B-47CA-0B6F-F930-634752F0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B35399-864A-7284-1031-70D5A4241F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703" b="74327" l="41080" r="63767">
                        <a14:foregroundMark x1="43142" y1="58536" x2="44488" y2="64931"/>
                        <a14:foregroundMark x1="44488" y1="64931" x2="44271" y2="58854"/>
                        <a14:foregroundMark x1="44271" y1="58854" x2="43620" y2="58681"/>
                        <a14:foregroundMark x1="46788" y1="65741" x2="46419" y2="65567"/>
                        <a14:foregroundMark x1="46897" y1="65885" x2="47830" y2="65104"/>
                        <a14:foregroundMark x1="45725" y1="63860" x2="45725" y2="63860"/>
                        <a14:foregroundMark x1="46788" y1="66030" x2="46788" y2="66030"/>
                        <a14:foregroundMark x1="46658" y1="66204" x2="47960" y2="65104"/>
                        <a14:foregroundMark x1="46658" y1="65885" x2="48546" y2="65567"/>
                      </a14:backgroundRemoval>
                    </a14:imgEffect>
                  </a14:imgLayer>
                </a14:imgProps>
              </a:ext>
            </a:extLst>
          </a:blip>
          <a:srcRect l="38244" t="32000" r="33397" b="20970"/>
          <a:stretch/>
        </p:blipFill>
        <p:spPr>
          <a:xfrm>
            <a:off x="289992" y="1104641"/>
            <a:ext cx="3303983" cy="4108799"/>
          </a:xfrm>
          <a:prstGeom prst="rect">
            <a:avLst/>
          </a:prstGeom>
        </p:spPr>
      </p:pic>
      <p:pic>
        <p:nvPicPr>
          <p:cNvPr id="4" name="Picture 3" descr="A chart with numbers and a few points&#10;&#10;AI-generated content may be incorrect.">
            <a:extLst>
              <a:ext uri="{FF2B5EF4-FFF2-40B4-BE49-F238E27FC236}">
                <a16:creationId xmlns:a16="http://schemas.microsoft.com/office/drawing/2014/main" id="{A3026715-F57E-7B98-1005-EE9D78D68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18539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63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34B8-C3B8-9229-ACB1-CF345495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7ACBCA-2527-3E9C-D8B0-896D2C0B0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703" b="74327" l="41080" r="63767">
                        <a14:foregroundMark x1="43142" y1="58536" x2="44488" y2="64931"/>
                        <a14:foregroundMark x1="44488" y1="64931" x2="44271" y2="58854"/>
                        <a14:foregroundMark x1="44271" y1="58854" x2="43620" y2="58681"/>
                        <a14:foregroundMark x1="46788" y1="65741" x2="46419" y2="65567"/>
                        <a14:foregroundMark x1="46897" y1="65885" x2="47830" y2="65104"/>
                        <a14:foregroundMark x1="45725" y1="63860" x2="45725" y2="63860"/>
                        <a14:foregroundMark x1="46788" y1="66030" x2="46788" y2="66030"/>
                        <a14:foregroundMark x1="46658" y1="66204" x2="47960" y2="65104"/>
                        <a14:foregroundMark x1="46658" y1="65885" x2="48546" y2="65567"/>
                      </a14:backgroundRemoval>
                    </a14:imgEffect>
                  </a14:imgLayer>
                </a14:imgProps>
              </a:ext>
            </a:extLst>
          </a:blip>
          <a:srcRect l="38244" t="32000" r="33397" b="20970"/>
          <a:stretch/>
        </p:blipFill>
        <p:spPr>
          <a:xfrm>
            <a:off x="289992" y="1104641"/>
            <a:ext cx="3303983" cy="4108799"/>
          </a:xfrm>
          <a:prstGeom prst="rect">
            <a:avLst/>
          </a:prstGeom>
        </p:spPr>
      </p:pic>
      <p:pic>
        <p:nvPicPr>
          <p:cNvPr id="4" name="Picture 3" descr="A chart of numbers and a number of different numbers&#10;&#10;AI-generated content may be incorrect.">
            <a:extLst>
              <a:ext uri="{FF2B5EF4-FFF2-40B4-BE49-F238E27FC236}">
                <a16:creationId xmlns:a16="http://schemas.microsoft.com/office/drawing/2014/main" id="{94188F6D-9085-8BC7-C855-390E5597D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49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7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FE9F2-7FC9-E333-0BA4-23E0D8E2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31C9F0-559B-590D-D993-71919FB94F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703" b="74327" l="41080" r="63767">
                        <a14:foregroundMark x1="43142" y1="58536" x2="44488" y2="64931"/>
                        <a14:foregroundMark x1="44488" y1="64931" x2="44271" y2="58854"/>
                        <a14:foregroundMark x1="44271" y1="58854" x2="43620" y2="58681"/>
                        <a14:foregroundMark x1="46788" y1="65741" x2="46419" y2="65567"/>
                        <a14:foregroundMark x1="46897" y1="65885" x2="47830" y2="65104"/>
                        <a14:foregroundMark x1="45725" y1="63860" x2="45725" y2="63860"/>
                        <a14:foregroundMark x1="46788" y1="66030" x2="46788" y2="66030"/>
                        <a14:foregroundMark x1="46658" y1="66204" x2="47960" y2="65104"/>
                        <a14:foregroundMark x1="46658" y1="65885" x2="48546" y2="65567"/>
                      </a14:backgroundRemoval>
                    </a14:imgEffect>
                  </a14:imgLayer>
                </a14:imgProps>
              </a:ext>
            </a:extLst>
          </a:blip>
          <a:srcRect l="38244" t="32000" r="33397" b="20970"/>
          <a:stretch/>
        </p:blipFill>
        <p:spPr>
          <a:xfrm>
            <a:off x="289992" y="1104641"/>
            <a:ext cx="3303983" cy="4108799"/>
          </a:xfrm>
          <a:prstGeom prst="rect">
            <a:avLst/>
          </a:prstGeom>
        </p:spPr>
      </p:pic>
      <p:pic>
        <p:nvPicPr>
          <p:cNvPr id="4" name="Picture 3" descr="A chart with numbers and a number of different numbers&#10;&#10;AI-generated content may be incorrect.">
            <a:extLst>
              <a:ext uri="{FF2B5EF4-FFF2-40B4-BE49-F238E27FC236}">
                <a16:creationId xmlns:a16="http://schemas.microsoft.com/office/drawing/2014/main" id="{6CC265BE-D65F-DB29-B571-AE5B55759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708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51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B159-06F5-CCEE-6F81-F49D783D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728DE5-AC68-E2C0-140E-AA9C04B576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703" b="74327" l="41080" r="63767">
                        <a14:foregroundMark x1="43142" y1="58536" x2="44488" y2="64931"/>
                        <a14:foregroundMark x1="44488" y1="64931" x2="44271" y2="58854"/>
                        <a14:foregroundMark x1="44271" y1="58854" x2="43620" y2="58681"/>
                        <a14:foregroundMark x1="46788" y1="65741" x2="46419" y2="65567"/>
                        <a14:foregroundMark x1="46897" y1="65885" x2="47830" y2="65104"/>
                        <a14:foregroundMark x1="45725" y1="63860" x2="45725" y2="63860"/>
                        <a14:foregroundMark x1="46788" y1="66030" x2="46788" y2="66030"/>
                        <a14:foregroundMark x1="46658" y1="66204" x2="47960" y2="65104"/>
                        <a14:foregroundMark x1="46658" y1="65885" x2="48546" y2="65567"/>
                      </a14:backgroundRemoval>
                    </a14:imgEffect>
                  </a14:imgLayer>
                </a14:imgProps>
              </a:ext>
            </a:extLst>
          </a:blip>
          <a:srcRect l="38244" t="32000" r="33397" b="20970"/>
          <a:stretch/>
        </p:blipFill>
        <p:spPr>
          <a:xfrm>
            <a:off x="289992" y="1104641"/>
            <a:ext cx="3303983" cy="4108799"/>
          </a:xfrm>
          <a:prstGeom prst="rect">
            <a:avLst/>
          </a:prstGeom>
        </p:spPr>
      </p:pic>
      <p:pic>
        <p:nvPicPr>
          <p:cNvPr id="6" name="Picture 5" descr="A chart of numbers and names&#10;&#10;AI-generated content may be incorrect.">
            <a:extLst>
              <a:ext uri="{FF2B5EF4-FFF2-40B4-BE49-F238E27FC236}">
                <a16:creationId xmlns:a16="http://schemas.microsoft.com/office/drawing/2014/main" id="{0021DC1C-6E86-A99D-D835-6B5DE17C2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103" y="285750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91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555C48-A4B6-0E4E-309C-3D21096C89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5" t="30371" r="33334"/>
          <a:stretch/>
        </p:blipFill>
        <p:spPr>
          <a:xfrm>
            <a:off x="1172250" y="1611425"/>
            <a:ext cx="3143513" cy="321184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EC9984-6315-A7A7-F990-A81504AA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97" y="395106"/>
            <a:ext cx="3958652" cy="1058940"/>
          </a:xfrm>
        </p:spPr>
        <p:txBody>
          <a:bodyPr>
            <a:normAutofit/>
          </a:bodyPr>
          <a:lstStyle/>
          <a:p>
            <a:r>
              <a:rPr lang="en-US" i="1" dirty="0"/>
              <a:t>Helianthus exilis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30EF9C-474E-C0A9-2960-4790BA932388}"/>
              </a:ext>
            </a:extLst>
          </p:cNvPr>
          <p:cNvSpPr txBox="1">
            <a:spLocks/>
          </p:cNvSpPr>
          <p:nvPr/>
        </p:nvSpPr>
        <p:spPr>
          <a:xfrm>
            <a:off x="5919865" y="395106"/>
            <a:ext cx="4813091" cy="1058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/>
              <a:t>Centaurea </a:t>
            </a:r>
            <a:r>
              <a:rPr lang="en-US" i="1" dirty="0" err="1"/>
              <a:t>solstitialis</a:t>
            </a: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B9966-794B-7173-44AB-C4084604A4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867" t="17284" r="29467" b="35555"/>
          <a:stretch/>
        </p:blipFill>
        <p:spPr>
          <a:xfrm>
            <a:off x="6543190" y="1517628"/>
            <a:ext cx="2420928" cy="347163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97805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14EE-E952-04C1-1CC6-9A19BD97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83E1B-A29D-F768-C4B4-E8499682A1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5" t="30371" r="33334"/>
          <a:stretch/>
        </p:blipFill>
        <p:spPr>
          <a:xfrm>
            <a:off x="988894" y="1823075"/>
            <a:ext cx="3143513" cy="321184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" name="Picture 4" descr="A chart with numbers and dots&#10;&#10;AI-generated content may be incorrect.">
            <a:extLst>
              <a:ext uri="{FF2B5EF4-FFF2-40B4-BE49-F238E27FC236}">
                <a16:creationId xmlns:a16="http://schemas.microsoft.com/office/drawing/2014/main" id="{2764E98C-34AA-1C3B-3F58-38771A9B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995" y="285749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46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3F3F-248B-5BF9-3A37-748CAD62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5F917-4CF3-DEF3-B98C-21CC7A9E3D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5" t="30371" r="33334"/>
          <a:stretch/>
        </p:blipFill>
        <p:spPr>
          <a:xfrm>
            <a:off x="988894" y="1823075"/>
            <a:ext cx="3143513" cy="321184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chart with numbers and lines&#10;&#10;AI-generated content may be incorrect.">
            <a:extLst>
              <a:ext uri="{FF2B5EF4-FFF2-40B4-BE49-F238E27FC236}">
                <a16:creationId xmlns:a16="http://schemas.microsoft.com/office/drawing/2014/main" id="{53480105-6A7A-91AD-835D-69014384D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220" y="285749"/>
            <a:ext cx="7569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54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424B-3119-E2D2-8487-81D03258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4E36C9-DFEF-D69B-9633-B07EC1F287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5" t="30371" r="33334"/>
          <a:stretch/>
        </p:blipFill>
        <p:spPr>
          <a:xfrm>
            <a:off x="479229" y="1823075"/>
            <a:ext cx="3143513" cy="321184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F45D165-6B58-A0A5-1D3C-461D629D4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371" y="1004183"/>
            <a:ext cx="7772400" cy="484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48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8939-0BEA-CF5B-A987-62C57914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66DDC-E9D5-EB9C-C0E3-FCCFF11024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5" t="30371" r="33334"/>
          <a:stretch/>
        </p:blipFill>
        <p:spPr>
          <a:xfrm>
            <a:off x="584160" y="1823073"/>
            <a:ext cx="3143513" cy="321184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7112410-FEF5-60AB-EB58-59D96113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440" y="1021712"/>
            <a:ext cx="7772400" cy="481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52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15B81-B531-AB32-6ACA-445ADE1B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23E09-7EA2-0061-C5DC-75A6D0CFA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5" t="30371" r="33334"/>
          <a:stretch/>
        </p:blipFill>
        <p:spPr>
          <a:xfrm>
            <a:off x="569170" y="1823074"/>
            <a:ext cx="3143513" cy="321184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chart with numbers and text&#10;&#10;AI-generated content may be incorrect.">
            <a:extLst>
              <a:ext uri="{FF2B5EF4-FFF2-40B4-BE49-F238E27FC236}">
                <a16:creationId xmlns:a16="http://schemas.microsoft.com/office/drawing/2014/main" id="{997409F6-4341-A06F-2175-3B1B5096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604" y="311148"/>
            <a:ext cx="75819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39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4E6C-B1BA-CAFC-A9C2-A3A2997D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17B1C3-FD9D-958E-E7F0-EB1B3CF752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67" t="17284" r="29467" b="35555"/>
          <a:stretch/>
        </p:blipFill>
        <p:spPr>
          <a:xfrm>
            <a:off x="831938" y="1693183"/>
            <a:ext cx="2420928" cy="347163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6" name="Picture 5" descr="A chart with numbers and a few rows of numbers&#10;&#10;AI-generated content may be incorrect.">
            <a:extLst>
              <a:ext uri="{FF2B5EF4-FFF2-40B4-BE49-F238E27FC236}">
                <a16:creationId xmlns:a16="http://schemas.microsoft.com/office/drawing/2014/main" id="{24730606-5CD5-DFC9-C71E-23F391D84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312" y="311149"/>
            <a:ext cx="75819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89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7079-75B8-FDE4-3F14-FBD70B2B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31B3A9-D6EA-4181-552A-4D240F2663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67" t="17284" r="29467" b="35555"/>
          <a:stretch/>
        </p:blipFill>
        <p:spPr>
          <a:xfrm>
            <a:off x="831938" y="1693183"/>
            <a:ext cx="2420928" cy="347163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group of numbers and a line&#10;&#10;AI-generated content may be incorrect.">
            <a:extLst>
              <a:ext uri="{FF2B5EF4-FFF2-40B4-BE49-F238E27FC236}">
                <a16:creationId xmlns:a16="http://schemas.microsoft.com/office/drawing/2014/main" id="{24FAB9C0-44BC-EFA5-1E55-E06E0FBB3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224" y="311149"/>
            <a:ext cx="75819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91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65C10-DAFD-56EE-F2E0-7CD4065B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D20AAC-8849-A6E6-4A15-5C9D573C42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67" t="17284" r="29467" b="35555"/>
          <a:stretch/>
        </p:blipFill>
        <p:spPr>
          <a:xfrm>
            <a:off x="831938" y="1693183"/>
            <a:ext cx="2420928" cy="347163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group of numbers and a line&#10;&#10;AI-generated content may be incorrect.">
            <a:extLst>
              <a:ext uri="{FF2B5EF4-FFF2-40B4-BE49-F238E27FC236}">
                <a16:creationId xmlns:a16="http://schemas.microsoft.com/office/drawing/2014/main" id="{92A926C9-FD9E-DAF9-AE02-5F300C72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162" y="311149"/>
            <a:ext cx="75819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26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79BB-54D8-261E-6B2D-09EF4DD6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1FF217-736F-5737-8C05-6B1A5C8A6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67" t="17284" r="29467" b="35555"/>
          <a:stretch/>
        </p:blipFill>
        <p:spPr>
          <a:xfrm>
            <a:off x="831938" y="1693183"/>
            <a:ext cx="2420928" cy="347163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group of numbers and a line&#10;&#10;AI-generated content may be incorrect.">
            <a:extLst>
              <a:ext uri="{FF2B5EF4-FFF2-40B4-BE49-F238E27FC236}">
                <a16:creationId xmlns:a16="http://schemas.microsoft.com/office/drawing/2014/main" id="{4DA678C2-CCC0-6922-4B6C-F74A8B599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342" y="311149"/>
            <a:ext cx="75819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09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DBD25-46B2-014F-3C7F-7CC48751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06E733-FAAF-ABDC-CD9E-0A4CD6760A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67" t="17284" r="29467" b="35555"/>
          <a:stretch/>
        </p:blipFill>
        <p:spPr>
          <a:xfrm>
            <a:off x="831938" y="1693183"/>
            <a:ext cx="2420928" cy="347163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" name="Picture 3" descr="A chart with numbers and a few rows of numbers&#10;&#10;AI-generated content may be incorrect.">
            <a:extLst>
              <a:ext uri="{FF2B5EF4-FFF2-40B4-BE49-F238E27FC236}">
                <a16:creationId xmlns:a16="http://schemas.microsoft.com/office/drawing/2014/main" id="{F7931BD7-21DA-E710-09D5-7EF76F87A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303" y="311149"/>
            <a:ext cx="75819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98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of data with numbers and a few rows of squares&#10;&#10;AI-generated content may be incorrect.">
            <a:extLst>
              <a:ext uri="{FF2B5EF4-FFF2-40B4-BE49-F238E27FC236}">
                <a16:creationId xmlns:a16="http://schemas.microsoft.com/office/drawing/2014/main" id="{CDEFD5EF-4590-0BBD-3CAD-2C5D6EDAF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106" y="171436"/>
            <a:ext cx="10517694" cy="6515128"/>
          </a:xfrm>
        </p:spPr>
      </p:pic>
    </p:spTree>
    <p:extLst>
      <p:ext uri="{BB962C8B-B14F-4D97-AF65-F5344CB8AC3E}">
        <p14:creationId xmlns:p14="http://schemas.microsoft.com/office/powerpoint/2010/main" val="1660782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of data with numbers and a few rows of numbers&#10;&#10;AI-generated content may be incorrect.">
            <a:extLst>
              <a:ext uri="{FF2B5EF4-FFF2-40B4-BE49-F238E27FC236}">
                <a16:creationId xmlns:a16="http://schemas.microsoft.com/office/drawing/2014/main" id="{4E4A8740-46CA-CC69-E2FC-154F5645A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185" y="731343"/>
            <a:ext cx="9093629" cy="563299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E3183-59A2-11AD-0837-B63186285CE6}"/>
              </a:ext>
            </a:extLst>
          </p:cNvPr>
          <p:cNvSpPr txBox="1"/>
          <p:nvPr/>
        </p:nvSpPr>
        <p:spPr>
          <a:xfrm rot="16200000">
            <a:off x="-719528" y="3363175"/>
            <a:ext cx="268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Honeybee Abundance</a:t>
            </a:r>
          </a:p>
        </p:txBody>
      </p:sp>
    </p:spTree>
    <p:extLst>
      <p:ext uri="{BB962C8B-B14F-4D97-AF65-F5344CB8AC3E}">
        <p14:creationId xmlns:p14="http://schemas.microsoft.com/office/powerpoint/2010/main" val="19136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80</Words>
  <Application>Microsoft Macintosh PowerPoint</Application>
  <PresentationFormat>Widescreen</PresentationFormat>
  <Paragraphs>22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Spillover Simulation Exploration</vt:lpstr>
      <vt:lpstr>Trifolium fucatum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Helianthus exilis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Ann Nelson</dc:creator>
  <cp:lastModifiedBy>Rebecca Ann Nelson</cp:lastModifiedBy>
  <cp:revision>11</cp:revision>
  <dcterms:created xsi:type="dcterms:W3CDTF">2025-03-17T21:08:40Z</dcterms:created>
  <dcterms:modified xsi:type="dcterms:W3CDTF">2025-03-17T23:16:30Z</dcterms:modified>
</cp:coreProperties>
</file>