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331" r:id="rId3"/>
    <p:sldId id="332" r:id="rId4"/>
    <p:sldId id="338" r:id="rId5"/>
    <p:sldId id="333" r:id="rId6"/>
    <p:sldId id="334" r:id="rId7"/>
    <p:sldId id="335" r:id="rId8"/>
    <p:sldId id="336" r:id="rId9"/>
    <p:sldId id="33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19"/>
  </p:normalViewPr>
  <p:slideViewPr>
    <p:cSldViewPr snapToGrid="0">
      <p:cViewPr varScale="1">
        <p:scale>
          <a:sx n="115" d="100"/>
          <a:sy n="115" d="100"/>
        </p:scale>
        <p:origin x="3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5157A-D857-1446-AB3B-3E42BB38D85C}" type="datetimeFigureOut">
              <a:rPr lang="en-US" smtClean="0"/>
              <a:t>3/20/25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534BD-3754-2D48-B45E-F84A37818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78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only AF =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534BD-3754-2D48-B45E-F84A378186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25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 =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534BD-3754-2D48-B45E-F84A378186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63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AF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534BD-3754-2D48-B45E-F84A378186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27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AF=2, a lot of site variation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534BD-3754-2D48-B45E-F84A378186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38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1971E-A606-B66D-7AF5-A2140339D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1E6C8-7107-D120-12C5-82B94E67A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70D49-7362-815B-626A-3431FAA88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AF=2, a lot of site variation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492B5-8D7E-5DC8-E729-AC8182EB2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534BD-3754-2D48-B45E-F84A378186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09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60CE-DAB3-9CF6-31CF-8697B7037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D04BA-124D-2DC5-2E04-23BD76CB2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0DFBF-6C4E-D227-A0EE-C7796126B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AF=2, a lot of site variation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2CCB2-1BAF-99D5-E19B-DC3D93829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534BD-3754-2D48-B45E-F84A378186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4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192D-6682-9377-9851-256550773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5C51E-4BA2-F43B-6C72-33C45076C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92B9E-56EF-86E5-F527-CDEBC5BA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D3F4-70E9-FA41-9C2A-B10BCFF6AD7C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63E27-FB84-5E5F-5E85-FC640BB00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5F3A1-7575-163D-9BE5-72C0F563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9F4D9-93D7-D74C-92A8-B9F9695D3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90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AB61-BF5B-8845-DDA8-4AC48FEF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55B60-6B91-0390-3CEB-FF28A74B9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410CF-889F-E75B-43D8-34067E82B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D3F4-70E9-FA41-9C2A-B10BCFF6AD7C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50459-FF8B-7571-8491-5397585F5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6050E-A302-C1A0-5B1A-2948F9F73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9F4D9-93D7-D74C-92A8-B9F9695D3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9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32CA-4CC1-2343-2109-2BB2975DB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B5439-933E-4386-6DE6-41767B8B2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AAB3D-F5F0-F142-7802-E8F5416AE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D3F4-70E9-FA41-9C2A-B10BCFF6AD7C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C1DC6-67C6-9013-EB40-28530B492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37B94-7C69-98B5-B3D8-30BB92FA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9F4D9-93D7-D74C-92A8-B9F9695D3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7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9D9E-8CB5-9502-ADB5-32C2EE799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CF7C6-223E-A6EF-9BEC-2FE8D2926E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79CF2-CFD8-EB51-28B3-AB925E156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08C11-35CE-9D1C-7430-BE39BDE6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D3F4-70E9-FA41-9C2A-B10BCFF6AD7C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79F31-6B62-38B1-9FEE-80B760E38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B1943-2C6B-3013-746D-6CE195AE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9F4D9-93D7-D74C-92A8-B9F9695D3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94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CDFB-EE3D-76A7-BFCE-88A2C5777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CA484-AE55-8CAF-0589-1A022EF28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7751A-D40B-9C9C-2279-98D4B0026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F70365-1A55-93E3-6DF2-A93A69179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EFA04B-FB44-6FA9-C6E7-5242E4D41B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218F7-470F-3293-25D0-B888C02D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D3F4-70E9-FA41-9C2A-B10BCFF6AD7C}" type="datetimeFigureOut">
              <a:rPr lang="en-US" smtClean="0"/>
              <a:t>3/20/25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6E7352-D98E-9BA6-B0B6-4C75BF7C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AC6CE6-8B8D-5363-353E-CD96E1D60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9F4D9-93D7-D74C-92A8-B9F9695D3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12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3F189-CDD2-0484-FA62-130FAF4AD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B1F21-3542-BC8F-000E-25BD4C5E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D3F4-70E9-FA41-9C2A-B10BCFF6AD7C}" type="datetimeFigureOut">
              <a:rPr lang="en-US" smtClean="0"/>
              <a:t>3/20/25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D4284-5FED-DE93-F334-21A1DEB92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546D6-0E1C-C45B-6E54-61E77788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9F4D9-93D7-D74C-92A8-B9F9695D3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2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0C130C-8D37-0AE1-5071-8859F7775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D3F4-70E9-FA41-9C2A-B10BCFF6AD7C}" type="datetimeFigureOut">
              <a:rPr lang="en-US" smtClean="0"/>
              <a:t>3/20/25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B95185-39A5-3924-0571-CE740C3CB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96AC3-3335-5D2F-11A4-DBF0C477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9F4D9-93D7-D74C-92A8-B9F9695D3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5CB1-8255-13A3-6CC8-49FC7EB75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44BDF-689F-0D4A-BBB4-F231CADF6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B37E8-63E3-E565-2185-143270F28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72C51-65DE-2813-0A73-1629708B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D3F4-70E9-FA41-9C2A-B10BCFF6AD7C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CEF0C-9410-AABC-3715-6840C08CE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BF72C-5C39-BADC-87F1-560AD761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9F4D9-93D7-D74C-92A8-B9F9695D3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45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6CC63-4F56-AB68-D351-907A27529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6F7CD8-9715-DFB1-27CA-1CA3682AC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AFD7A-0841-6DD2-47F9-0A0A89E66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0B15B-C046-A70C-2C41-D37F9861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D3F4-70E9-FA41-9C2A-B10BCFF6AD7C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5F498-3586-5D12-EF62-BF8E36D2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55734-797C-F030-50BE-6D2E5BAAC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9F4D9-93D7-D74C-92A8-B9F9695D3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4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F574-DD2E-9B7F-37D8-8094FFD4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4971F-DCF5-FEC7-FA3A-92F836158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BBE8B-9E84-3190-6837-BF41BE14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D3F4-70E9-FA41-9C2A-B10BCFF6AD7C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90F6C-742E-0348-AA8E-1068F731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54CBC-1F9D-E151-9544-577B6C43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9F4D9-93D7-D74C-92A8-B9F9695D3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94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A3344D-D8B4-63A0-6A4F-5E4B9D292B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945B3-6D11-4ECE-E0EE-F54C7A022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DCB5C-7705-F6B7-6807-258377DEE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D3F4-70E9-FA41-9C2A-B10BCFF6AD7C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784E8-E85C-7BC1-6AA5-7C612D1EF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C8ED0-8711-E0D7-1FF3-5A829E975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9F4D9-93D7-D74C-92A8-B9F9695D3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9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452DF-67D2-6D12-1F86-F167039A4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98259-CB7C-298B-C014-F3C900F56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15405-8441-6D28-C341-10307CC8C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CD3F4-70E9-FA41-9C2A-B10BCFF6AD7C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B2BE8-5515-F476-C758-4FBBC40DB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59766-FFCF-DDE0-14A2-A0F161D09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D9F4D9-93D7-D74C-92A8-B9F9695D3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72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C011B-B2AC-A33F-50E6-D5F0F01C59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Spillover Graphs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F8B53B-E158-9F41-3C74-2E4DBFC360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Becca and Taran</a:t>
            </a:r>
          </a:p>
          <a:p>
            <a:r>
              <a:rPr lang="en-US" dirty="0"/>
              <a:t>3-19-25</a:t>
            </a:r>
          </a:p>
        </p:txBody>
      </p:sp>
    </p:spTree>
    <p:extLst>
      <p:ext uri="{BB962C8B-B14F-4D97-AF65-F5344CB8AC3E}">
        <p14:creationId xmlns:p14="http://schemas.microsoft.com/office/powerpoint/2010/main" val="1111584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32C2997-9A33-1CE2-6B70-FF104B4AF3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685"/>
          <a:stretch/>
        </p:blipFill>
        <p:spPr>
          <a:xfrm>
            <a:off x="159923" y="1310306"/>
            <a:ext cx="3786984" cy="3738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E27C93-5B55-8355-E7CF-EA088FA3D493}"/>
              </a:ext>
            </a:extLst>
          </p:cNvPr>
          <p:cNvSpPr txBox="1"/>
          <p:nvPr/>
        </p:nvSpPr>
        <p:spPr>
          <a:xfrm>
            <a:off x="624115" y="732191"/>
            <a:ext cx="113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260DF1-B40C-F263-CF43-17E6188BD741}"/>
              </a:ext>
            </a:extLst>
          </p:cNvPr>
          <p:cNvSpPr txBox="1"/>
          <p:nvPr/>
        </p:nvSpPr>
        <p:spPr>
          <a:xfrm>
            <a:off x="4364295" y="732191"/>
            <a:ext cx="113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9" name="Picture 8" descr="A graph of a chart&#10;&#10;AI-generated content may be incorrect.">
            <a:extLst>
              <a:ext uri="{FF2B5EF4-FFF2-40B4-BE49-F238E27FC236}">
                <a16:creationId xmlns:a16="http://schemas.microsoft.com/office/drawing/2014/main" id="{445C0BF8-5BF2-84C0-A703-E07F5A5AB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983" y="1593336"/>
            <a:ext cx="3659388" cy="34553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9FE2BA-2DF0-BA91-56DA-4DDA14414FD6}"/>
              </a:ext>
            </a:extLst>
          </p:cNvPr>
          <p:cNvSpPr txBox="1"/>
          <p:nvPr/>
        </p:nvSpPr>
        <p:spPr>
          <a:xfrm>
            <a:off x="8104475" y="732191"/>
            <a:ext cx="113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pic>
        <p:nvPicPr>
          <p:cNvPr id="12" name="Picture 11" descr="A chart with colored lines and dots&#10;&#10;AI-generated content may be incorrect.">
            <a:extLst>
              <a:ext uri="{FF2B5EF4-FFF2-40B4-BE49-F238E27FC236}">
                <a16:creationId xmlns:a16="http://schemas.microsoft.com/office/drawing/2014/main" id="{8D89C41E-F9C1-D864-FD2E-7851B015F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379" y="1422400"/>
            <a:ext cx="3959136" cy="3738337"/>
          </a:xfrm>
          <a:prstGeom prst="rect">
            <a:avLst/>
          </a:prstGeom>
        </p:spPr>
      </p:pic>
      <p:pic>
        <p:nvPicPr>
          <p:cNvPr id="14" name="Picture 13" descr="A diagram of a diagram&#10;&#10;AI-generated content may be incorrect.">
            <a:extLst>
              <a:ext uri="{FF2B5EF4-FFF2-40B4-BE49-F238E27FC236}">
                <a16:creationId xmlns:a16="http://schemas.microsoft.com/office/drawing/2014/main" id="{4F4A337D-6BAD-F508-DE91-60D85BB5A2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6477" y="0"/>
            <a:ext cx="10287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21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line graph with yellow and purple dots&#10;&#10;AI-generated content may be incorrect.">
            <a:extLst>
              <a:ext uri="{FF2B5EF4-FFF2-40B4-BE49-F238E27FC236}">
                <a16:creationId xmlns:a16="http://schemas.microsoft.com/office/drawing/2014/main" id="{9C9F7710-1E26-FFC9-F9CB-1F720BB03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10539"/>
          <a:stretch/>
        </p:blipFill>
        <p:spPr>
          <a:xfrm>
            <a:off x="411415" y="1253331"/>
            <a:ext cx="4639556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93F8A-5857-B812-932B-C5B0A2E85FA0}"/>
              </a:ext>
            </a:extLst>
          </p:cNvPr>
          <p:cNvSpPr txBox="1"/>
          <p:nvPr/>
        </p:nvSpPr>
        <p:spPr>
          <a:xfrm>
            <a:off x="624115" y="732191"/>
            <a:ext cx="113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8972EC-303E-CD62-A267-8BDC87306BB3}"/>
              </a:ext>
            </a:extLst>
          </p:cNvPr>
          <p:cNvSpPr txBox="1"/>
          <p:nvPr/>
        </p:nvSpPr>
        <p:spPr>
          <a:xfrm>
            <a:off x="6096000" y="745143"/>
            <a:ext cx="113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pic>
        <p:nvPicPr>
          <p:cNvPr id="9" name="Picture 8" descr="A graph with a line and numbers&#10;&#10;AI-generated content may be incorrect.">
            <a:extLst>
              <a:ext uri="{FF2B5EF4-FFF2-40B4-BE49-F238E27FC236}">
                <a16:creationId xmlns:a16="http://schemas.microsoft.com/office/drawing/2014/main" id="{4663C201-6EA7-7778-56F3-055090443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070" y="1253331"/>
            <a:ext cx="5186086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46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C57BD8-657B-942B-8E16-A5AEF5101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700" y="266700"/>
            <a:ext cx="75946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011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colored lines and dots&#10;&#10;AI-generated content may be incorrect.">
            <a:extLst>
              <a:ext uri="{FF2B5EF4-FFF2-40B4-BE49-F238E27FC236}">
                <a16:creationId xmlns:a16="http://schemas.microsoft.com/office/drawing/2014/main" id="{1FB2104C-A3EA-1F4A-135A-88619B31B6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8"/>
          <a:stretch/>
        </p:blipFill>
        <p:spPr>
          <a:xfrm>
            <a:off x="2496456" y="317500"/>
            <a:ext cx="7307943" cy="6223000"/>
          </a:xfrm>
          <a:prstGeom prst="rect">
            <a:avLst/>
          </a:prstGeom>
        </p:spPr>
      </p:pic>
      <p:pic>
        <p:nvPicPr>
          <p:cNvPr id="6" name="Content Placeholder 4" descr="A screenshot of a chart&#10;&#10;AI-generated content may be incorrect.">
            <a:extLst>
              <a:ext uri="{FF2B5EF4-FFF2-40B4-BE49-F238E27FC236}">
                <a16:creationId xmlns:a16="http://schemas.microsoft.com/office/drawing/2014/main" id="{279AE271-F5BB-0493-3B02-2E0745B63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35762" y="422955"/>
            <a:ext cx="9566828" cy="6012089"/>
          </a:xfrm>
        </p:spPr>
      </p:pic>
    </p:spTree>
    <p:extLst>
      <p:ext uri="{BB962C8B-B14F-4D97-AF65-F5344CB8AC3E}">
        <p14:creationId xmlns:p14="http://schemas.microsoft.com/office/powerpoint/2010/main" val="1058293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hart&#10;&#10;AI-generated content may be incorrect.">
            <a:extLst>
              <a:ext uri="{FF2B5EF4-FFF2-40B4-BE49-F238E27FC236}">
                <a16:creationId xmlns:a16="http://schemas.microsoft.com/office/drawing/2014/main" id="{12021165-4904-1425-B8E2-8D80114B3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5762" y="422955"/>
            <a:ext cx="9566828" cy="6012089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9E2401-4998-E188-AC66-B82748C08AB2}"/>
              </a:ext>
            </a:extLst>
          </p:cNvPr>
          <p:cNvSpPr/>
          <p:nvPr/>
        </p:nvSpPr>
        <p:spPr>
          <a:xfrm>
            <a:off x="1014761" y="422164"/>
            <a:ext cx="1550019" cy="102749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899C4F-1315-DE97-7252-929B87BE99DB}"/>
              </a:ext>
            </a:extLst>
          </p:cNvPr>
          <p:cNvSpPr/>
          <p:nvPr/>
        </p:nvSpPr>
        <p:spPr>
          <a:xfrm>
            <a:off x="8671931" y="3295462"/>
            <a:ext cx="1550019" cy="102749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01523A-D489-847E-296E-3A9ADE207D19}"/>
              </a:ext>
            </a:extLst>
          </p:cNvPr>
          <p:cNvSpPr txBox="1"/>
          <p:nvPr/>
        </p:nvSpPr>
        <p:spPr>
          <a:xfrm>
            <a:off x="10502590" y="5843239"/>
            <a:ext cx="1551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NS &gt; both for NS plant abundance</a:t>
            </a:r>
          </a:p>
        </p:txBody>
      </p:sp>
    </p:spTree>
    <p:extLst>
      <p:ext uri="{BB962C8B-B14F-4D97-AF65-F5344CB8AC3E}">
        <p14:creationId xmlns:p14="http://schemas.microsoft.com/office/powerpoint/2010/main" val="866584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7DA2C-9297-02C3-EAE0-B1888B95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hart&#10;&#10;AI-generated content may be incorrect.">
            <a:extLst>
              <a:ext uri="{FF2B5EF4-FFF2-40B4-BE49-F238E27FC236}">
                <a16:creationId xmlns:a16="http://schemas.microsoft.com/office/drawing/2014/main" id="{B1CDF81F-0E9C-9AD0-B327-53DBC49BC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5762" y="422955"/>
            <a:ext cx="9566828" cy="6012089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823028-A7E8-159B-F403-E34B72B60ECC}"/>
              </a:ext>
            </a:extLst>
          </p:cNvPr>
          <p:cNvSpPr/>
          <p:nvPr/>
        </p:nvSpPr>
        <p:spPr>
          <a:xfrm>
            <a:off x="2542477" y="422164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43CDAB-19C1-3531-05B4-59ED2257BE19}"/>
              </a:ext>
            </a:extLst>
          </p:cNvPr>
          <p:cNvSpPr txBox="1"/>
          <p:nvPr/>
        </p:nvSpPr>
        <p:spPr>
          <a:xfrm>
            <a:off x="10502590" y="5843239"/>
            <a:ext cx="1551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NS &lt; both for NS plant abundance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7EB271-FDD0-6757-0404-30A331955A09}"/>
              </a:ext>
            </a:extLst>
          </p:cNvPr>
          <p:cNvSpPr/>
          <p:nvPr/>
        </p:nvSpPr>
        <p:spPr>
          <a:xfrm>
            <a:off x="8816885" y="440751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9F9692-C599-8201-446F-E9CFE5C94A13}"/>
              </a:ext>
            </a:extLst>
          </p:cNvPr>
          <p:cNvSpPr/>
          <p:nvPr/>
        </p:nvSpPr>
        <p:spPr>
          <a:xfrm>
            <a:off x="2542477" y="1416205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5265A4-3BD2-F260-5F79-124AEF5DE7CC}"/>
              </a:ext>
            </a:extLst>
          </p:cNvPr>
          <p:cNvSpPr/>
          <p:nvPr/>
        </p:nvSpPr>
        <p:spPr>
          <a:xfrm>
            <a:off x="3802567" y="2409455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5522D2-3E1A-5703-B11B-A262C5167277}"/>
              </a:ext>
            </a:extLst>
          </p:cNvPr>
          <p:cNvSpPr/>
          <p:nvPr/>
        </p:nvSpPr>
        <p:spPr>
          <a:xfrm>
            <a:off x="3791419" y="4290293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B98B2-29F4-CF6F-4019-A830AA9AB609}"/>
              </a:ext>
            </a:extLst>
          </p:cNvPr>
          <p:cNvSpPr/>
          <p:nvPr/>
        </p:nvSpPr>
        <p:spPr>
          <a:xfrm>
            <a:off x="1282387" y="5310863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BEA1C9-13F7-6107-F827-EF4F4E03B19B}"/>
              </a:ext>
            </a:extLst>
          </p:cNvPr>
          <p:cNvSpPr/>
          <p:nvPr/>
        </p:nvSpPr>
        <p:spPr>
          <a:xfrm>
            <a:off x="7534507" y="3316420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6B2E23-BAEE-41D9-81FF-2AC4505BCC73}"/>
              </a:ext>
            </a:extLst>
          </p:cNvPr>
          <p:cNvSpPr/>
          <p:nvPr/>
        </p:nvSpPr>
        <p:spPr>
          <a:xfrm>
            <a:off x="6263269" y="3316420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E0098D-C6FA-2A89-5B05-FBB5EABBADDD}"/>
              </a:ext>
            </a:extLst>
          </p:cNvPr>
          <p:cNvSpPr/>
          <p:nvPr/>
        </p:nvSpPr>
        <p:spPr>
          <a:xfrm>
            <a:off x="1014761" y="422164"/>
            <a:ext cx="1550019" cy="102749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6BBF12-9C0F-3A4C-9DC7-65F7640AB78C}"/>
              </a:ext>
            </a:extLst>
          </p:cNvPr>
          <p:cNvSpPr/>
          <p:nvPr/>
        </p:nvSpPr>
        <p:spPr>
          <a:xfrm>
            <a:off x="8788045" y="3295462"/>
            <a:ext cx="1550019" cy="102749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573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64C78-FDD3-3300-F117-4E709A4A8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3D58A6C6-3E14-D970-C069-3999F57A9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96" y="422164"/>
            <a:ext cx="9574250" cy="60167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3B7AD8-9E0F-050E-F388-C1F23B65654A}"/>
              </a:ext>
            </a:extLst>
          </p:cNvPr>
          <p:cNvSpPr/>
          <p:nvPr/>
        </p:nvSpPr>
        <p:spPr>
          <a:xfrm>
            <a:off x="2542477" y="422164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9C85BB-FB8A-0EFD-8C45-F9241D51D286}"/>
              </a:ext>
            </a:extLst>
          </p:cNvPr>
          <p:cNvSpPr txBox="1"/>
          <p:nvPr/>
        </p:nvSpPr>
        <p:spPr>
          <a:xfrm>
            <a:off x="10502590" y="5843239"/>
            <a:ext cx="1551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NS &lt; both for NS plant abundance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29C95A-D69E-59EB-0A75-070A7A5B6451}"/>
              </a:ext>
            </a:extLst>
          </p:cNvPr>
          <p:cNvSpPr/>
          <p:nvPr/>
        </p:nvSpPr>
        <p:spPr>
          <a:xfrm>
            <a:off x="8816885" y="440751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068906-07DA-4552-CDE0-C1ACED59312B}"/>
              </a:ext>
            </a:extLst>
          </p:cNvPr>
          <p:cNvSpPr/>
          <p:nvPr/>
        </p:nvSpPr>
        <p:spPr>
          <a:xfrm>
            <a:off x="2542477" y="1416205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99F71B-F24D-C392-0866-CDDB96C564AB}"/>
              </a:ext>
            </a:extLst>
          </p:cNvPr>
          <p:cNvSpPr/>
          <p:nvPr/>
        </p:nvSpPr>
        <p:spPr>
          <a:xfrm>
            <a:off x="3802567" y="2409455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EE4A50-691B-B9BA-30A7-CAE973EBC77B}"/>
              </a:ext>
            </a:extLst>
          </p:cNvPr>
          <p:cNvSpPr/>
          <p:nvPr/>
        </p:nvSpPr>
        <p:spPr>
          <a:xfrm>
            <a:off x="3791419" y="4290293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894879-B40C-5572-F0E8-F51CBEC329B9}"/>
              </a:ext>
            </a:extLst>
          </p:cNvPr>
          <p:cNvSpPr/>
          <p:nvPr/>
        </p:nvSpPr>
        <p:spPr>
          <a:xfrm>
            <a:off x="1282387" y="5310863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007EC1-D97E-6B3E-3735-87D381888EF8}"/>
              </a:ext>
            </a:extLst>
          </p:cNvPr>
          <p:cNvSpPr/>
          <p:nvPr/>
        </p:nvSpPr>
        <p:spPr>
          <a:xfrm>
            <a:off x="7534507" y="3316420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9BBC60-1EB9-DF6D-D84C-06F0E9B89036}"/>
              </a:ext>
            </a:extLst>
          </p:cNvPr>
          <p:cNvSpPr/>
          <p:nvPr/>
        </p:nvSpPr>
        <p:spPr>
          <a:xfrm>
            <a:off x="6263269" y="3316420"/>
            <a:ext cx="1260090" cy="9940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326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hart&#10;&#10;AI-generated content may be incorrect.">
            <a:extLst>
              <a:ext uri="{FF2B5EF4-FFF2-40B4-BE49-F238E27FC236}">
                <a16:creationId xmlns:a16="http://schemas.microsoft.com/office/drawing/2014/main" id="{312B8696-0362-41EE-8A92-475C1FF33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714" y="482938"/>
            <a:ext cx="9375931" cy="5892123"/>
          </a:xfrm>
        </p:spPr>
      </p:pic>
    </p:spTree>
    <p:extLst>
      <p:ext uri="{BB962C8B-B14F-4D97-AF65-F5344CB8AC3E}">
        <p14:creationId xmlns:p14="http://schemas.microsoft.com/office/powerpoint/2010/main" val="1832392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76</Words>
  <Application>Microsoft Macintosh PowerPoint</Application>
  <PresentationFormat>Widescreen</PresentationFormat>
  <Paragraphs>23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Spillover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Rebecca Ann Nelson</dc:creator>
  <cp:lastModifiedBy>Rebecca Ann Nelson</cp:lastModifiedBy>
  <cp:revision>17</cp:revision>
  <dcterms:created xsi:type="dcterms:W3CDTF">2025-03-19T17:22:59Z</dcterms:created>
  <dcterms:modified xsi:type="dcterms:W3CDTF">2025-03-20T23:06:45Z</dcterms:modified>
</cp:coreProperties>
</file>